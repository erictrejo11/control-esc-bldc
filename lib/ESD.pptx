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1"/>
  </p:notesMasterIdLst>
  <p:sldIdLst>
    <p:sldId id="294" r:id="rId2"/>
    <p:sldId id="295" r:id="rId3"/>
    <p:sldId id="296" r:id="rId4"/>
    <p:sldId id="303" r:id="rId5"/>
    <p:sldId id="304" r:id="rId6"/>
    <p:sldId id="311" r:id="rId7"/>
    <p:sldId id="305" r:id="rId8"/>
    <p:sldId id="307" r:id="rId9"/>
    <p:sldId id="310" r:id="rId10"/>
    <p:sldId id="308" r:id="rId11"/>
    <p:sldId id="309" r:id="rId12"/>
    <p:sldId id="297" r:id="rId13"/>
    <p:sldId id="317" r:id="rId14"/>
    <p:sldId id="312" r:id="rId15"/>
    <p:sldId id="313" r:id="rId16"/>
    <p:sldId id="314" r:id="rId17"/>
    <p:sldId id="315" r:id="rId18"/>
    <p:sldId id="316" r:id="rId19"/>
    <p:sldId id="318" r:id="rId20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63" autoAdjust="0"/>
    <p:restoredTop sz="94660"/>
  </p:normalViewPr>
  <p:slideViewPr>
    <p:cSldViewPr snapToGrid="0">
      <p:cViewPr varScale="1">
        <p:scale>
          <a:sx n="65" d="100"/>
          <a:sy n="65" d="100"/>
        </p:scale>
        <p:origin x="111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a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6D7D8C-5208-41F3-B661-C02DD876DD88}" type="datetimeFigureOut">
              <a:rPr lang="ca-ES" smtClean="0"/>
              <a:t>21/9/2023</a:t>
            </a:fld>
            <a:endParaRPr lang="ca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a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a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E8089E-D775-4C8C-9284-3FA8C558ABEB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657366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306AA0D4-3ECC-4088-BD75-79FEADD47FA3}"/>
              </a:ext>
            </a:extLst>
          </p:cNvPr>
          <p:cNvSpPr txBox="1"/>
          <p:nvPr/>
        </p:nvSpPr>
        <p:spPr>
          <a:xfrm>
            <a:off x="4022281" y="9721443"/>
            <a:ext cx="3065397" cy="5021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6121" tIns="47877" rIns="96121" bIns="47877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25452" algn="l"/>
                <a:tab pos="852485" algn="l"/>
                <a:tab pos="1279529" algn="l"/>
                <a:tab pos="1706563" algn="l"/>
                <a:tab pos="2132015" algn="l"/>
                <a:tab pos="2559048" algn="l"/>
                <a:tab pos="2986092" algn="l"/>
                <a:tab pos="3413126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188DDAE-7640-4688-9CCD-010A84AC478C}" type="slidenum">
              <a:t>1</a:t>
            </a:fld>
            <a:endParaRPr lang="ca-ES" sz="13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WenQuanYi Micro Hei"/>
              <a:cs typeface="DejaVu Sans" pitchFamily="2"/>
            </a:endParaRPr>
          </a:p>
        </p:txBody>
      </p:sp>
      <p:sp>
        <p:nvSpPr>
          <p:cNvPr id="3" name="Text Box 1">
            <a:extLst>
              <a:ext uri="{FF2B5EF4-FFF2-40B4-BE49-F238E27FC236}">
                <a16:creationId xmlns:a16="http://schemas.microsoft.com/office/drawing/2014/main" id="{58200A6F-3E36-43DD-8FA0-9ED0DB477AF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09610" y="4924428"/>
            <a:ext cx="5678488" cy="4029075"/>
          </a:xfrm>
        </p:spPr>
        <p:txBody>
          <a:bodyPr/>
          <a:lstStyle/>
          <a:p>
            <a:endParaRPr lang="ca-E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81BA957-26EA-4337-9DA3-1AEBC91621CB}"/>
              </a:ext>
            </a:extLst>
          </p:cNvPr>
          <p:cNvSpPr/>
          <p:nvPr/>
        </p:nvSpPr>
        <p:spPr>
          <a:xfrm>
            <a:off x="4021138" y="9720264"/>
            <a:ext cx="3074990" cy="51275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5468" tIns="42739" rIns="85468" bIns="42739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49263" algn="l"/>
                <a:tab pos="898526" algn="l"/>
                <a:tab pos="1347789" algn="l"/>
                <a:tab pos="1797052" algn="l"/>
                <a:tab pos="2246315" algn="l"/>
                <a:tab pos="2695578" algn="l"/>
                <a:tab pos="3144841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6E73CC4-A02D-4467-95D2-2C75D2FB188D}" type="slidenum">
              <a:t>1</a:t>
            </a:fld>
            <a:endParaRPr lang="ca-ES" sz="12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ea typeface="MS PGothic" pitchFamily="3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1E2083BB-8C51-4091-A581-848B51428228}"/>
              </a:ext>
            </a:extLst>
          </p:cNvPr>
          <p:cNvSpPr txBox="1"/>
          <p:nvPr/>
        </p:nvSpPr>
        <p:spPr>
          <a:xfrm>
            <a:off x="4022281" y="9721443"/>
            <a:ext cx="3065397" cy="5021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6121" tIns="47877" rIns="96121" bIns="47877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25452" algn="l"/>
                <a:tab pos="852485" algn="l"/>
                <a:tab pos="1279529" algn="l"/>
                <a:tab pos="1706563" algn="l"/>
                <a:tab pos="2132015" algn="l"/>
                <a:tab pos="2559048" algn="l"/>
                <a:tab pos="2986092" algn="l"/>
                <a:tab pos="3413126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6E98891-58FF-4914-8317-4ACF1EDD6490}" type="slidenum">
              <a:t>2</a:t>
            </a:fld>
            <a:endParaRPr lang="ca-ES" sz="13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WenQuanYi Micro Hei"/>
              <a:cs typeface="DejaVu Sans" pitchFamily="2"/>
            </a:endParaRPr>
          </a:p>
        </p:txBody>
      </p:sp>
      <p:sp>
        <p:nvSpPr>
          <p:cNvPr id="3" name="Text Box 1">
            <a:extLst>
              <a:ext uri="{FF2B5EF4-FFF2-40B4-BE49-F238E27FC236}">
                <a16:creationId xmlns:a16="http://schemas.microsoft.com/office/drawing/2014/main" id="{D0FB37C1-124A-4624-8278-A5701A28C81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09610" y="4924428"/>
            <a:ext cx="5678488" cy="4029075"/>
          </a:xfrm>
        </p:spPr>
        <p:txBody>
          <a:bodyPr/>
          <a:lstStyle/>
          <a:p>
            <a:endParaRPr lang="ca-E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1BC234A-508C-4764-88E0-B041D01D1FA1}"/>
              </a:ext>
            </a:extLst>
          </p:cNvPr>
          <p:cNvSpPr/>
          <p:nvPr/>
        </p:nvSpPr>
        <p:spPr>
          <a:xfrm>
            <a:off x="4021138" y="9720264"/>
            <a:ext cx="3074990" cy="51275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5468" tIns="42739" rIns="85468" bIns="42739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49263" algn="l"/>
                <a:tab pos="898526" algn="l"/>
                <a:tab pos="1347789" algn="l"/>
                <a:tab pos="1797052" algn="l"/>
                <a:tab pos="2246315" algn="l"/>
                <a:tab pos="2695578" algn="l"/>
                <a:tab pos="3144841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2ADB571-A402-4221-9FD8-354E93EAFEE9}" type="slidenum">
              <a:t>2</a:t>
            </a:fld>
            <a:endParaRPr lang="ca-ES" sz="12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ea typeface="MS PGothic" pitchFamily="3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1E2083BB-8C51-4091-A581-848B51428228}"/>
              </a:ext>
            </a:extLst>
          </p:cNvPr>
          <p:cNvSpPr txBox="1"/>
          <p:nvPr/>
        </p:nvSpPr>
        <p:spPr>
          <a:xfrm>
            <a:off x="4022281" y="9721443"/>
            <a:ext cx="3065397" cy="5021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6121" tIns="47877" rIns="96121" bIns="47877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25452" algn="l"/>
                <a:tab pos="852485" algn="l"/>
                <a:tab pos="1279529" algn="l"/>
                <a:tab pos="1706563" algn="l"/>
                <a:tab pos="2132015" algn="l"/>
                <a:tab pos="2559048" algn="l"/>
                <a:tab pos="2986092" algn="l"/>
                <a:tab pos="3413126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6E98891-58FF-4914-8317-4ACF1EDD6490}" type="slidenum">
              <a:t>3</a:t>
            </a:fld>
            <a:endParaRPr lang="ca-ES" sz="13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WenQuanYi Micro Hei"/>
              <a:cs typeface="DejaVu Sans" pitchFamily="2"/>
            </a:endParaRPr>
          </a:p>
        </p:txBody>
      </p:sp>
      <p:sp>
        <p:nvSpPr>
          <p:cNvPr id="3" name="Text Box 1">
            <a:extLst>
              <a:ext uri="{FF2B5EF4-FFF2-40B4-BE49-F238E27FC236}">
                <a16:creationId xmlns:a16="http://schemas.microsoft.com/office/drawing/2014/main" id="{D0FB37C1-124A-4624-8278-A5701A28C81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09610" y="4924428"/>
            <a:ext cx="5678488" cy="4029075"/>
          </a:xfrm>
        </p:spPr>
        <p:txBody>
          <a:bodyPr/>
          <a:lstStyle/>
          <a:p>
            <a:endParaRPr lang="ca-E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1BC234A-508C-4764-88E0-B041D01D1FA1}"/>
              </a:ext>
            </a:extLst>
          </p:cNvPr>
          <p:cNvSpPr/>
          <p:nvPr/>
        </p:nvSpPr>
        <p:spPr>
          <a:xfrm>
            <a:off x="4021138" y="9720264"/>
            <a:ext cx="3074990" cy="51275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5468" tIns="42739" rIns="85468" bIns="42739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49263" algn="l"/>
                <a:tab pos="898526" algn="l"/>
                <a:tab pos="1347789" algn="l"/>
                <a:tab pos="1797052" algn="l"/>
                <a:tab pos="2246315" algn="l"/>
                <a:tab pos="2695578" algn="l"/>
                <a:tab pos="3144841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2ADB571-A402-4221-9FD8-354E93EAFEE9}" type="slidenum">
              <a:t>3</a:t>
            </a:fld>
            <a:endParaRPr lang="ca-ES" sz="12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ea typeface="MS PGothic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12098205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1E2083BB-8C51-4091-A581-848B51428228}"/>
              </a:ext>
            </a:extLst>
          </p:cNvPr>
          <p:cNvSpPr txBox="1"/>
          <p:nvPr/>
        </p:nvSpPr>
        <p:spPr>
          <a:xfrm>
            <a:off x="4022281" y="9721443"/>
            <a:ext cx="3065397" cy="5021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6121" tIns="47877" rIns="96121" bIns="47877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25452" algn="l"/>
                <a:tab pos="852485" algn="l"/>
                <a:tab pos="1279529" algn="l"/>
                <a:tab pos="1706563" algn="l"/>
                <a:tab pos="2132015" algn="l"/>
                <a:tab pos="2559048" algn="l"/>
                <a:tab pos="2986092" algn="l"/>
                <a:tab pos="3413126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6E98891-58FF-4914-8317-4ACF1EDD6490}" type="slidenum">
              <a:t>4</a:t>
            </a:fld>
            <a:endParaRPr lang="ca-ES" sz="13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WenQuanYi Micro Hei"/>
              <a:cs typeface="DejaVu Sans" pitchFamily="2"/>
            </a:endParaRPr>
          </a:p>
        </p:txBody>
      </p:sp>
      <p:sp>
        <p:nvSpPr>
          <p:cNvPr id="3" name="Text Box 1">
            <a:extLst>
              <a:ext uri="{FF2B5EF4-FFF2-40B4-BE49-F238E27FC236}">
                <a16:creationId xmlns:a16="http://schemas.microsoft.com/office/drawing/2014/main" id="{D0FB37C1-124A-4624-8278-A5701A28C81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09610" y="4924428"/>
            <a:ext cx="5678488" cy="4029075"/>
          </a:xfrm>
        </p:spPr>
        <p:txBody>
          <a:bodyPr/>
          <a:lstStyle/>
          <a:p>
            <a:endParaRPr lang="ca-E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1BC234A-508C-4764-88E0-B041D01D1FA1}"/>
              </a:ext>
            </a:extLst>
          </p:cNvPr>
          <p:cNvSpPr/>
          <p:nvPr/>
        </p:nvSpPr>
        <p:spPr>
          <a:xfrm>
            <a:off x="4021138" y="9720264"/>
            <a:ext cx="3074990" cy="51275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5468" tIns="42739" rIns="85468" bIns="42739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49263" algn="l"/>
                <a:tab pos="898526" algn="l"/>
                <a:tab pos="1347789" algn="l"/>
                <a:tab pos="1797052" algn="l"/>
                <a:tab pos="2246315" algn="l"/>
                <a:tab pos="2695578" algn="l"/>
                <a:tab pos="3144841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2ADB571-A402-4221-9FD8-354E93EAFEE9}" type="slidenum">
              <a:t>4</a:t>
            </a:fld>
            <a:endParaRPr lang="ca-ES" sz="12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ea typeface="MS PGothic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6399738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1E2083BB-8C51-4091-A581-848B51428228}"/>
              </a:ext>
            </a:extLst>
          </p:cNvPr>
          <p:cNvSpPr txBox="1"/>
          <p:nvPr/>
        </p:nvSpPr>
        <p:spPr>
          <a:xfrm>
            <a:off x="4022281" y="9721443"/>
            <a:ext cx="3065397" cy="5021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6121" tIns="47877" rIns="96121" bIns="47877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25452" algn="l"/>
                <a:tab pos="852485" algn="l"/>
                <a:tab pos="1279529" algn="l"/>
                <a:tab pos="1706563" algn="l"/>
                <a:tab pos="2132015" algn="l"/>
                <a:tab pos="2559048" algn="l"/>
                <a:tab pos="2986092" algn="l"/>
                <a:tab pos="3413126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6E98891-58FF-4914-8317-4ACF1EDD6490}" type="slidenum">
              <a:t>5</a:t>
            </a:fld>
            <a:endParaRPr lang="ca-ES" sz="13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WenQuanYi Micro Hei"/>
              <a:cs typeface="DejaVu Sans" pitchFamily="2"/>
            </a:endParaRPr>
          </a:p>
        </p:txBody>
      </p:sp>
      <p:sp>
        <p:nvSpPr>
          <p:cNvPr id="3" name="Text Box 1">
            <a:extLst>
              <a:ext uri="{FF2B5EF4-FFF2-40B4-BE49-F238E27FC236}">
                <a16:creationId xmlns:a16="http://schemas.microsoft.com/office/drawing/2014/main" id="{D0FB37C1-124A-4624-8278-A5701A28C81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09610" y="4924428"/>
            <a:ext cx="5678488" cy="4029075"/>
          </a:xfrm>
        </p:spPr>
        <p:txBody>
          <a:bodyPr/>
          <a:lstStyle/>
          <a:p>
            <a:endParaRPr lang="ca-E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1BC234A-508C-4764-88E0-B041D01D1FA1}"/>
              </a:ext>
            </a:extLst>
          </p:cNvPr>
          <p:cNvSpPr/>
          <p:nvPr/>
        </p:nvSpPr>
        <p:spPr>
          <a:xfrm>
            <a:off x="4021138" y="9720264"/>
            <a:ext cx="3074990" cy="51275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5468" tIns="42739" rIns="85468" bIns="42739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49263" algn="l"/>
                <a:tab pos="898526" algn="l"/>
                <a:tab pos="1347789" algn="l"/>
                <a:tab pos="1797052" algn="l"/>
                <a:tab pos="2246315" algn="l"/>
                <a:tab pos="2695578" algn="l"/>
                <a:tab pos="3144841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2ADB571-A402-4221-9FD8-354E93EAFEE9}" type="slidenum">
              <a:t>5</a:t>
            </a:fld>
            <a:endParaRPr lang="ca-ES" sz="12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ea typeface="MS PGothic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643552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1E2083BB-8C51-4091-A581-848B51428228}"/>
              </a:ext>
            </a:extLst>
          </p:cNvPr>
          <p:cNvSpPr txBox="1"/>
          <p:nvPr/>
        </p:nvSpPr>
        <p:spPr>
          <a:xfrm>
            <a:off x="4022281" y="9721443"/>
            <a:ext cx="3065397" cy="5021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6121" tIns="47877" rIns="96121" bIns="47877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25452" algn="l"/>
                <a:tab pos="852485" algn="l"/>
                <a:tab pos="1279529" algn="l"/>
                <a:tab pos="1706563" algn="l"/>
                <a:tab pos="2132015" algn="l"/>
                <a:tab pos="2559048" algn="l"/>
                <a:tab pos="2986092" algn="l"/>
                <a:tab pos="3413126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6E98891-58FF-4914-8317-4ACF1EDD6490}" type="slidenum">
              <a:t>6</a:t>
            </a:fld>
            <a:endParaRPr lang="ca-ES" sz="13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WenQuanYi Micro Hei"/>
              <a:cs typeface="DejaVu Sans" pitchFamily="2"/>
            </a:endParaRPr>
          </a:p>
        </p:txBody>
      </p:sp>
      <p:sp>
        <p:nvSpPr>
          <p:cNvPr id="3" name="Text Box 1">
            <a:extLst>
              <a:ext uri="{FF2B5EF4-FFF2-40B4-BE49-F238E27FC236}">
                <a16:creationId xmlns:a16="http://schemas.microsoft.com/office/drawing/2014/main" id="{D0FB37C1-124A-4624-8278-A5701A28C81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09610" y="4924428"/>
            <a:ext cx="5678488" cy="4029075"/>
          </a:xfrm>
        </p:spPr>
        <p:txBody>
          <a:bodyPr/>
          <a:lstStyle/>
          <a:p>
            <a:endParaRPr lang="ca-E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1BC234A-508C-4764-88E0-B041D01D1FA1}"/>
              </a:ext>
            </a:extLst>
          </p:cNvPr>
          <p:cNvSpPr/>
          <p:nvPr/>
        </p:nvSpPr>
        <p:spPr>
          <a:xfrm>
            <a:off x="4021138" y="9720264"/>
            <a:ext cx="3074990" cy="51275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5468" tIns="42739" rIns="85468" bIns="42739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49263" algn="l"/>
                <a:tab pos="898526" algn="l"/>
                <a:tab pos="1347789" algn="l"/>
                <a:tab pos="1797052" algn="l"/>
                <a:tab pos="2246315" algn="l"/>
                <a:tab pos="2695578" algn="l"/>
                <a:tab pos="3144841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2ADB571-A402-4221-9FD8-354E93EAFEE9}" type="slidenum">
              <a:t>6</a:t>
            </a:fld>
            <a:endParaRPr lang="ca-ES" sz="12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ea typeface="MS PGothic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6189027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1E2083BB-8C51-4091-A581-848B51428228}"/>
              </a:ext>
            </a:extLst>
          </p:cNvPr>
          <p:cNvSpPr txBox="1"/>
          <p:nvPr/>
        </p:nvSpPr>
        <p:spPr>
          <a:xfrm>
            <a:off x="4022281" y="9721443"/>
            <a:ext cx="3065397" cy="5021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6121" tIns="47877" rIns="96121" bIns="47877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25452" algn="l"/>
                <a:tab pos="852485" algn="l"/>
                <a:tab pos="1279529" algn="l"/>
                <a:tab pos="1706563" algn="l"/>
                <a:tab pos="2132015" algn="l"/>
                <a:tab pos="2559048" algn="l"/>
                <a:tab pos="2986092" algn="l"/>
                <a:tab pos="3413126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6E98891-58FF-4914-8317-4ACF1EDD6490}" type="slidenum">
              <a:t>7</a:t>
            </a:fld>
            <a:endParaRPr lang="ca-ES" sz="13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WenQuanYi Micro Hei"/>
              <a:cs typeface="DejaVu Sans" pitchFamily="2"/>
            </a:endParaRPr>
          </a:p>
        </p:txBody>
      </p:sp>
      <p:sp>
        <p:nvSpPr>
          <p:cNvPr id="3" name="Text Box 1">
            <a:extLst>
              <a:ext uri="{FF2B5EF4-FFF2-40B4-BE49-F238E27FC236}">
                <a16:creationId xmlns:a16="http://schemas.microsoft.com/office/drawing/2014/main" id="{D0FB37C1-124A-4624-8278-A5701A28C81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09610" y="4924428"/>
            <a:ext cx="5678488" cy="4029075"/>
          </a:xfrm>
        </p:spPr>
        <p:txBody>
          <a:bodyPr/>
          <a:lstStyle/>
          <a:p>
            <a:endParaRPr lang="ca-E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1BC234A-508C-4764-88E0-B041D01D1FA1}"/>
              </a:ext>
            </a:extLst>
          </p:cNvPr>
          <p:cNvSpPr/>
          <p:nvPr/>
        </p:nvSpPr>
        <p:spPr>
          <a:xfrm>
            <a:off x="4021138" y="9720264"/>
            <a:ext cx="3074990" cy="51275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5468" tIns="42739" rIns="85468" bIns="42739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49263" algn="l"/>
                <a:tab pos="898526" algn="l"/>
                <a:tab pos="1347789" algn="l"/>
                <a:tab pos="1797052" algn="l"/>
                <a:tab pos="2246315" algn="l"/>
                <a:tab pos="2695578" algn="l"/>
                <a:tab pos="3144841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2ADB571-A402-4221-9FD8-354E93EAFEE9}" type="slidenum">
              <a:t>7</a:t>
            </a:fld>
            <a:endParaRPr lang="ca-ES" sz="12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ea typeface="MS PGothic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4425867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1E2083BB-8C51-4091-A581-848B51428228}"/>
              </a:ext>
            </a:extLst>
          </p:cNvPr>
          <p:cNvSpPr txBox="1"/>
          <p:nvPr/>
        </p:nvSpPr>
        <p:spPr>
          <a:xfrm>
            <a:off x="4022281" y="9721443"/>
            <a:ext cx="3065397" cy="5021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6121" tIns="47877" rIns="96121" bIns="47877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25452" algn="l"/>
                <a:tab pos="852485" algn="l"/>
                <a:tab pos="1279529" algn="l"/>
                <a:tab pos="1706563" algn="l"/>
                <a:tab pos="2132015" algn="l"/>
                <a:tab pos="2559048" algn="l"/>
                <a:tab pos="2986092" algn="l"/>
                <a:tab pos="3413126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6E98891-58FF-4914-8317-4ACF1EDD6490}" type="slidenum">
              <a:t>8</a:t>
            </a:fld>
            <a:endParaRPr lang="ca-ES" sz="13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WenQuanYi Micro Hei"/>
              <a:cs typeface="DejaVu Sans" pitchFamily="2"/>
            </a:endParaRPr>
          </a:p>
        </p:txBody>
      </p:sp>
      <p:sp>
        <p:nvSpPr>
          <p:cNvPr id="3" name="Text Box 1">
            <a:extLst>
              <a:ext uri="{FF2B5EF4-FFF2-40B4-BE49-F238E27FC236}">
                <a16:creationId xmlns:a16="http://schemas.microsoft.com/office/drawing/2014/main" id="{D0FB37C1-124A-4624-8278-A5701A28C81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09610" y="4924428"/>
            <a:ext cx="5678488" cy="4029075"/>
          </a:xfrm>
        </p:spPr>
        <p:txBody>
          <a:bodyPr/>
          <a:lstStyle/>
          <a:p>
            <a:endParaRPr lang="ca-E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1BC234A-508C-4764-88E0-B041D01D1FA1}"/>
              </a:ext>
            </a:extLst>
          </p:cNvPr>
          <p:cNvSpPr/>
          <p:nvPr/>
        </p:nvSpPr>
        <p:spPr>
          <a:xfrm>
            <a:off x="4021138" y="9720264"/>
            <a:ext cx="3074990" cy="51275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5468" tIns="42739" rIns="85468" bIns="42739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49263" algn="l"/>
                <a:tab pos="898526" algn="l"/>
                <a:tab pos="1347789" algn="l"/>
                <a:tab pos="1797052" algn="l"/>
                <a:tab pos="2246315" algn="l"/>
                <a:tab pos="2695578" algn="l"/>
                <a:tab pos="3144841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2ADB571-A402-4221-9FD8-354E93EAFEE9}" type="slidenum">
              <a:t>8</a:t>
            </a:fld>
            <a:endParaRPr lang="ca-ES" sz="12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ea typeface="MS PGothic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1490334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1E2083BB-8C51-4091-A581-848B51428228}"/>
              </a:ext>
            </a:extLst>
          </p:cNvPr>
          <p:cNvSpPr txBox="1"/>
          <p:nvPr/>
        </p:nvSpPr>
        <p:spPr>
          <a:xfrm>
            <a:off x="4022281" y="9721443"/>
            <a:ext cx="3065397" cy="5021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6121" tIns="47877" rIns="96121" bIns="47877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25452" algn="l"/>
                <a:tab pos="852485" algn="l"/>
                <a:tab pos="1279529" algn="l"/>
                <a:tab pos="1706563" algn="l"/>
                <a:tab pos="2132015" algn="l"/>
                <a:tab pos="2559048" algn="l"/>
                <a:tab pos="2986092" algn="l"/>
                <a:tab pos="3413126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6E98891-58FF-4914-8317-4ACF1EDD6490}" type="slidenum">
              <a:t>9</a:t>
            </a:fld>
            <a:endParaRPr lang="ca-ES" sz="13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WenQuanYi Micro Hei"/>
              <a:cs typeface="DejaVu Sans" pitchFamily="2"/>
            </a:endParaRPr>
          </a:p>
        </p:txBody>
      </p:sp>
      <p:sp>
        <p:nvSpPr>
          <p:cNvPr id="3" name="Text Box 1">
            <a:extLst>
              <a:ext uri="{FF2B5EF4-FFF2-40B4-BE49-F238E27FC236}">
                <a16:creationId xmlns:a16="http://schemas.microsoft.com/office/drawing/2014/main" id="{D0FB37C1-124A-4624-8278-A5701A28C81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09610" y="4924428"/>
            <a:ext cx="5678488" cy="4029075"/>
          </a:xfrm>
        </p:spPr>
        <p:txBody>
          <a:bodyPr/>
          <a:lstStyle/>
          <a:p>
            <a:endParaRPr lang="ca-E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1BC234A-508C-4764-88E0-B041D01D1FA1}"/>
              </a:ext>
            </a:extLst>
          </p:cNvPr>
          <p:cNvSpPr/>
          <p:nvPr/>
        </p:nvSpPr>
        <p:spPr>
          <a:xfrm>
            <a:off x="4021138" y="9720264"/>
            <a:ext cx="3074990" cy="51275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5468" tIns="42739" rIns="85468" bIns="42739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49263" algn="l"/>
                <a:tab pos="898526" algn="l"/>
                <a:tab pos="1347789" algn="l"/>
                <a:tab pos="1797052" algn="l"/>
                <a:tab pos="2246315" algn="l"/>
                <a:tab pos="2695578" algn="l"/>
                <a:tab pos="3144841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2ADB571-A402-4221-9FD8-354E93EAFEE9}" type="slidenum">
              <a:t>9</a:t>
            </a:fld>
            <a:endParaRPr lang="ca-ES" sz="12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ea typeface="MS PGothic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6014187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1E2083BB-8C51-4091-A581-848B51428228}"/>
              </a:ext>
            </a:extLst>
          </p:cNvPr>
          <p:cNvSpPr txBox="1"/>
          <p:nvPr/>
        </p:nvSpPr>
        <p:spPr>
          <a:xfrm>
            <a:off x="4022281" y="9721443"/>
            <a:ext cx="3065397" cy="5021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6121" tIns="47877" rIns="96121" bIns="47877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25452" algn="l"/>
                <a:tab pos="852485" algn="l"/>
                <a:tab pos="1279529" algn="l"/>
                <a:tab pos="1706563" algn="l"/>
                <a:tab pos="2132015" algn="l"/>
                <a:tab pos="2559048" algn="l"/>
                <a:tab pos="2986092" algn="l"/>
                <a:tab pos="3413126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6E98891-58FF-4914-8317-4ACF1EDD6490}" type="slidenum">
              <a:t>10</a:t>
            </a:fld>
            <a:endParaRPr lang="ca-ES" sz="13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WenQuanYi Micro Hei"/>
              <a:cs typeface="DejaVu Sans" pitchFamily="2"/>
            </a:endParaRPr>
          </a:p>
        </p:txBody>
      </p:sp>
      <p:sp>
        <p:nvSpPr>
          <p:cNvPr id="3" name="Text Box 1">
            <a:extLst>
              <a:ext uri="{FF2B5EF4-FFF2-40B4-BE49-F238E27FC236}">
                <a16:creationId xmlns:a16="http://schemas.microsoft.com/office/drawing/2014/main" id="{D0FB37C1-124A-4624-8278-A5701A28C81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09610" y="4924428"/>
            <a:ext cx="5678488" cy="4029075"/>
          </a:xfrm>
        </p:spPr>
        <p:txBody>
          <a:bodyPr/>
          <a:lstStyle/>
          <a:p>
            <a:endParaRPr lang="ca-E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1BC234A-508C-4764-88E0-B041D01D1FA1}"/>
              </a:ext>
            </a:extLst>
          </p:cNvPr>
          <p:cNvSpPr/>
          <p:nvPr/>
        </p:nvSpPr>
        <p:spPr>
          <a:xfrm>
            <a:off x="4021138" y="9720264"/>
            <a:ext cx="3074990" cy="51275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5468" tIns="42739" rIns="85468" bIns="42739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49263" algn="l"/>
                <a:tab pos="898526" algn="l"/>
                <a:tab pos="1347789" algn="l"/>
                <a:tab pos="1797052" algn="l"/>
                <a:tab pos="2246315" algn="l"/>
                <a:tab pos="2695578" algn="l"/>
                <a:tab pos="3144841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2ADB571-A402-4221-9FD8-354E93EAFEE9}" type="slidenum">
              <a:t>10</a:t>
            </a:fld>
            <a:endParaRPr lang="ca-ES" sz="12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ea typeface="MS PGothic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5771810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1E2083BB-8C51-4091-A581-848B51428228}"/>
              </a:ext>
            </a:extLst>
          </p:cNvPr>
          <p:cNvSpPr txBox="1"/>
          <p:nvPr/>
        </p:nvSpPr>
        <p:spPr>
          <a:xfrm>
            <a:off x="4022281" y="9721443"/>
            <a:ext cx="3065397" cy="5021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6121" tIns="47877" rIns="96121" bIns="47877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25452" algn="l"/>
                <a:tab pos="852485" algn="l"/>
                <a:tab pos="1279529" algn="l"/>
                <a:tab pos="1706563" algn="l"/>
                <a:tab pos="2132015" algn="l"/>
                <a:tab pos="2559048" algn="l"/>
                <a:tab pos="2986092" algn="l"/>
                <a:tab pos="3413126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6E98891-58FF-4914-8317-4ACF1EDD6490}" type="slidenum">
              <a:t>11</a:t>
            </a:fld>
            <a:endParaRPr lang="ca-ES" sz="13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WenQuanYi Micro Hei"/>
              <a:cs typeface="DejaVu Sans" pitchFamily="2"/>
            </a:endParaRPr>
          </a:p>
        </p:txBody>
      </p:sp>
      <p:sp>
        <p:nvSpPr>
          <p:cNvPr id="3" name="Text Box 1">
            <a:extLst>
              <a:ext uri="{FF2B5EF4-FFF2-40B4-BE49-F238E27FC236}">
                <a16:creationId xmlns:a16="http://schemas.microsoft.com/office/drawing/2014/main" id="{D0FB37C1-124A-4624-8278-A5701A28C81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09610" y="4924428"/>
            <a:ext cx="5678488" cy="4029075"/>
          </a:xfrm>
        </p:spPr>
        <p:txBody>
          <a:bodyPr/>
          <a:lstStyle/>
          <a:p>
            <a:endParaRPr lang="ca-E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1BC234A-508C-4764-88E0-B041D01D1FA1}"/>
              </a:ext>
            </a:extLst>
          </p:cNvPr>
          <p:cNvSpPr/>
          <p:nvPr/>
        </p:nvSpPr>
        <p:spPr>
          <a:xfrm>
            <a:off x="4021138" y="9720264"/>
            <a:ext cx="3074990" cy="51275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5468" tIns="42739" rIns="85468" bIns="42739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49263" algn="l"/>
                <a:tab pos="898526" algn="l"/>
                <a:tab pos="1347789" algn="l"/>
                <a:tab pos="1797052" algn="l"/>
                <a:tab pos="2246315" algn="l"/>
                <a:tab pos="2695578" algn="l"/>
                <a:tab pos="3144841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2ADB571-A402-4221-9FD8-354E93EAFEE9}" type="slidenum">
              <a:t>11</a:t>
            </a:fld>
            <a:endParaRPr lang="ca-ES" sz="12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ea typeface="MS PGothic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11234649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1E2083BB-8C51-4091-A581-848B51428228}"/>
              </a:ext>
            </a:extLst>
          </p:cNvPr>
          <p:cNvSpPr txBox="1"/>
          <p:nvPr/>
        </p:nvSpPr>
        <p:spPr>
          <a:xfrm>
            <a:off x="4022281" y="9721443"/>
            <a:ext cx="3065397" cy="5021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6121" tIns="47877" rIns="96121" bIns="47877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25452" algn="l"/>
                <a:tab pos="852485" algn="l"/>
                <a:tab pos="1279529" algn="l"/>
                <a:tab pos="1706563" algn="l"/>
                <a:tab pos="2132015" algn="l"/>
                <a:tab pos="2559048" algn="l"/>
                <a:tab pos="2986092" algn="l"/>
                <a:tab pos="3413126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6E98891-58FF-4914-8317-4ACF1EDD6490}" type="slidenum">
              <a:t>12</a:t>
            </a:fld>
            <a:endParaRPr lang="ca-ES" sz="13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WenQuanYi Micro Hei"/>
              <a:cs typeface="DejaVu Sans" pitchFamily="2"/>
            </a:endParaRPr>
          </a:p>
        </p:txBody>
      </p:sp>
      <p:sp>
        <p:nvSpPr>
          <p:cNvPr id="3" name="Text Box 1">
            <a:extLst>
              <a:ext uri="{FF2B5EF4-FFF2-40B4-BE49-F238E27FC236}">
                <a16:creationId xmlns:a16="http://schemas.microsoft.com/office/drawing/2014/main" id="{D0FB37C1-124A-4624-8278-A5701A28C81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09610" y="4924428"/>
            <a:ext cx="5678488" cy="4029075"/>
          </a:xfrm>
        </p:spPr>
        <p:txBody>
          <a:bodyPr/>
          <a:lstStyle/>
          <a:p>
            <a:endParaRPr lang="ca-E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1BC234A-508C-4764-88E0-B041D01D1FA1}"/>
              </a:ext>
            </a:extLst>
          </p:cNvPr>
          <p:cNvSpPr/>
          <p:nvPr/>
        </p:nvSpPr>
        <p:spPr>
          <a:xfrm>
            <a:off x="4021138" y="9720264"/>
            <a:ext cx="3074990" cy="51275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5468" tIns="42739" rIns="85468" bIns="42739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49263" algn="l"/>
                <a:tab pos="898526" algn="l"/>
                <a:tab pos="1347789" algn="l"/>
                <a:tab pos="1797052" algn="l"/>
                <a:tab pos="2246315" algn="l"/>
                <a:tab pos="2695578" algn="l"/>
                <a:tab pos="3144841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2ADB571-A402-4221-9FD8-354E93EAFEE9}" type="slidenum">
              <a:t>12</a:t>
            </a:fld>
            <a:endParaRPr lang="ca-ES" sz="12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ea typeface="MS PGothic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11626886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1E2083BB-8C51-4091-A581-848B51428228}"/>
              </a:ext>
            </a:extLst>
          </p:cNvPr>
          <p:cNvSpPr txBox="1"/>
          <p:nvPr/>
        </p:nvSpPr>
        <p:spPr>
          <a:xfrm>
            <a:off x="4022281" y="9721443"/>
            <a:ext cx="3065397" cy="5021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6121" tIns="47877" rIns="96121" bIns="47877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25452" algn="l"/>
                <a:tab pos="852485" algn="l"/>
                <a:tab pos="1279529" algn="l"/>
                <a:tab pos="1706563" algn="l"/>
                <a:tab pos="2132015" algn="l"/>
                <a:tab pos="2559048" algn="l"/>
                <a:tab pos="2986092" algn="l"/>
                <a:tab pos="3413126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6E98891-58FF-4914-8317-4ACF1EDD6490}" type="slidenum">
              <a:t>13</a:t>
            </a:fld>
            <a:endParaRPr lang="ca-ES" sz="13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WenQuanYi Micro Hei"/>
              <a:cs typeface="DejaVu Sans" pitchFamily="2"/>
            </a:endParaRPr>
          </a:p>
        </p:txBody>
      </p:sp>
      <p:sp>
        <p:nvSpPr>
          <p:cNvPr id="3" name="Text Box 1">
            <a:extLst>
              <a:ext uri="{FF2B5EF4-FFF2-40B4-BE49-F238E27FC236}">
                <a16:creationId xmlns:a16="http://schemas.microsoft.com/office/drawing/2014/main" id="{D0FB37C1-124A-4624-8278-A5701A28C81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09610" y="4924428"/>
            <a:ext cx="5678488" cy="4029075"/>
          </a:xfrm>
        </p:spPr>
        <p:txBody>
          <a:bodyPr/>
          <a:lstStyle/>
          <a:p>
            <a:endParaRPr lang="ca-E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1BC234A-508C-4764-88E0-B041D01D1FA1}"/>
              </a:ext>
            </a:extLst>
          </p:cNvPr>
          <p:cNvSpPr/>
          <p:nvPr/>
        </p:nvSpPr>
        <p:spPr>
          <a:xfrm>
            <a:off x="4021138" y="9720264"/>
            <a:ext cx="3074990" cy="51275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5468" tIns="42739" rIns="85468" bIns="42739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49263" algn="l"/>
                <a:tab pos="898526" algn="l"/>
                <a:tab pos="1347789" algn="l"/>
                <a:tab pos="1797052" algn="l"/>
                <a:tab pos="2246315" algn="l"/>
                <a:tab pos="2695578" algn="l"/>
                <a:tab pos="3144841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2ADB571-A402-4221-9FD8-354E93EAFEE9}" type="slidenum">
              <a:t>13</a:t>
            </a:fld>
            <a:endParaRPr lang="ca-ES" sz="12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ea typeface="MS PGothic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19840926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1E2083BB-8C51-4091-A581-848B51428228}"/>
              </a:ext>
            </a:extLst>
          </p:cNvPr>
          <p:cNvSpPr txBox="1"/>
          <p:nvPr/>
        </p:nvSpPr>
        <p:spPr>
          <a:xfrm>
            <a:off x="4022281" y="9721443"/>
            <a:ext cx="3065397" cy="5021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6121" tIns="47877" rIns="96121" bIns="47877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25452" algn="l"/>
                <a:tab pos="852485" algn="l"/>
                <a:tab pos="1279529" algn="l"/>
                <a:tab pos="1706563" algn="l"/>
                <a:tab pos="2132015" algn="l"/>
                <a:tab pos="2559048" algn="l"/>
                <a:tab pos="2986092" algn="l"/>
                <a:tab pos="3413126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6E98891-58FF-4914-8317-4ACF1EDD6490}" type="slidenum">
              <a:t>14</a:t>
            </a:fld>
            <a:endParaRPr lang="ca-ES" sz="13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WenQuanYi Micro Hei"/>
              <a:cs typeface="DejaVu Sans" pitchFamily="2"/>
            </a:endParaRPr>
          </a:p>
        </p:txBody>
      </p:sp>
      <p:sp>
        <p:nvSpPr>
          <p:cNvPr id="3" name="Text Box 1">
            <a:extLst>
              <a:ext uri="{FF2B5EF4-FFF2-40B4-BE49-F238E27FC236}">
                <a16:creationId xmlns:a16="http://schemas.microsoft.com/office/drawing/2014/main" id="{D0FB37C1-124A-4624-8278-A5701A28C81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09610" y="4924428"/>
            <a:ext cx="5678488" cy="4029075"/>
          </a:xfrm>
        </p:spPr>
        <p:txBody>
          <a:bodyPr/>
          <a:lstStyle/>
          <a:p>
            <a:endParaRPr lang="ca-E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1BC234A-508C-4764-88E0-B041D01D1FA1}"/>
              </a:ext>
            </a:extLst>
          </p:cNvPr>
          <p:cNvSpPr/>
          <p:nvPr/>
        </p:nvSpPr>
        <p:spPr>
          <a:xfrm>
            <a:off x="4021138" y="9720264"/>
            <a:ext cx="3074990" cy="51275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5468" tIns="42739" rIns="85468" bIns="42739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49263" algn="l"/>
                <a:tab pos="898526" algn="l"/>
                <a:tab pos="1347789" algn="l"/>
                <a:tab pos="1797052" algn="l"/>
                <a:tab pos="2246315" algn="l"/>
                <a:tab pos="2695578" algn="l"/>
                <a:tab pos="3144841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2ADB571-A402-4221-9FD8-354E93EAFEE9}" type="slidenum">
              <a:t>14</a:t>
            </a:fld>
            <a:endParaRPr lang="ca-ES" sz="12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ea typeface="MS PGothic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4709592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1E2083BB-8C51-4091-A581-848B51428228}"/>
              </a:ext>
            </a:extLst>
          </p:cNvPr>
          <p:cNvSpPr txBox="1"/>
          <p:nvPr/>
        </p:nvSpPr>
        <p:spPr>
          <a:xfrm>
            <a:off x="4022281" y="9721443"/>
            <a:ext cx="3065397" cy="5021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6121" tIns="47877" rIns="96121" bIns="47877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25452" algn="l"/>
                <a:tab pos="852485" algn="l"/>
                <a:tab pos="1279529" algn="l"/>
                <a:tab pos="1706563" algn="l"/>
                <a:tab pos="2132015" algn="l"/>
                <a:tab pos="2559048" algn="l"/>
                <a:tab pos="2986092" algn="l"/>
                <a:tab pos="3413126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6E98891-58FF-4914-8317-4ACF1EDD6490}" type="slidenum">
              <a:t>15</a:t>
            </a:fld>
            <a:endParaRPr lang="ca-ES" sz="13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WenQuanYi Micro Hei"/>
              <a:cs typeface="DejaVu Sans" pitchFamily="2"/>
            </a:endParaRPr>
          </a:p>
        </p:txBody>
      </p:sp>
      <p:sp>
        <p:nvSpPr>
          <p:cNvPr id="3" name="Text Box 1">
            <a:extLst>
              <a:ext uri="{FF2B5EF4-FFF2-40B4-BE49-F238E27FC236}">
                <a16:creationId xmlns:a16="http://schemas.microsoft.com/office/drawing/2014/main" id="{D0FB37C1-124A-4624-8278-A5701A28C81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09610" y="4924428"/>
            <a:ext cx="5678488" cy="4029075"/>
          </a:xfrm>
        </p:spPr>
        <p:txBody>
          <a:bodyPr/>
          <a:lstStyle/>
          <a:p>
            <a:endParaRPr lang="ca-E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1BC234A-508C-4764-88E0-B041D01D1FA1}"/>
              </a:ext>
            </a:extLst>
          </p:cNvPr>
          <p:cNvSpPr/>
          <p:nvPr/>
        </p:nvSpPr>
        <p:spPr>
          <a:xfrm>
            <a:off x="4021138" y="9720264"/>
            <a:ext cx="3074990" cy="51275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5468" tIns="42739" rIns="85468" bIns="42739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49263" algn="l"/>
                <a:tab pos="898526" algn="l"/>
                <a:tab pos="1347789" algn="l"/>
                <a:tab pos="1797052" algn="l"/>
                <a:tab pos="2246315" algn="l"/>
                <a:tab pos="2695578" algn="l"/>
                <a:tab pos="3144841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2ADB571-A402-4221-9FD8-354E93EAFEE9}" type="slidenum">
              <a:t>15</a:t>
            </a:fld>
            <a:endParaRPr lang="ca-ES" sz="12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ea typeface="MS PGothic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40455826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1E2083BB-8C51-4091-A581-848B51428228}"/>
              </a:ext>
            </a:extLst>
          </p:cNvPr>
          <p:cNvSpPr txBox="1"/>
          <p:nvPr/>
        </p:nvSpPr>
        <p:spPr>
          <a:xfrm>
            <a:off x="4022281" y="9721443"/>
            <a:ext cx="3065397" cy="5021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6121" tIns="47877" rIns="96121" bIns="47877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25452" algn="l"/>
                <a:tab pos="852485" algn="l"/>
                <a:tab pos="1279529" algn="l"/>
                <a:tab pos="1706563" algn="l"/>
                <a:tab pos="2132015" algn="l"/>
                <a:tab pos="2559048" algn="l"/>
                <a:tab pos="2986092" algn="l"/>
                <a:tab pos="3413126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6E98891-58FF-4914-8317-4ACF1EDD6490}" type="slidenum">
              <a:t>16</a:t>
            </a:fld>
            <a:endParaRPr lang="ca-ES" sz="13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WenQuanYi Micro Hei"/>
              <a:cs typeface="DejaVu Sans" pitchFamily="2"/>
            </a:endParaRPr>
          </a:p>
        </p:txBody>
      </p:sp>
      <p:sp>
        <p:nvSpPr>
          <p:cNvPr id="3" name="Text Box 1">
            <a:extLst>
              <a:ext uri="{FF2B5EF4-FFF2-40B4-BE49-F238E27FC236}">
                <a16:creationId xmlns:a16="http://schemas.microsoft.com/office/drawing/2014/main" id="{D0FB37C1-124A-4624-8278-A5701A28C81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09610" y="4924428"/>
            <a:ext cx="5678488" cy="4029075"/>
          </a:xfrm>
        </p:spPr>
        <p:txBody>
          <a:bodyPr/>
          <a:lstStyle/>
          <a:p>
            <a:endParaRPr lang="ca-E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1BC234A-508C-4764-88E0-B041D01D1FA1}"/>
              </a:ext>
            </a:extLst>
          </p:cNvPr>
          <p:cNvSpPr/>
          <p:nvPr/>
        </p:nvSpPr>
        <p:spPr>
          <a:xfrm>
            <a:off x="4021138" y="9720264"/>
            <a:ext cx="3074990" cy="51275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5468" tIns="42739" rIns="85468" bIns="42739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49263" algn="l"/>
                <a:tab pos="898526" algn="l"/>
                <a:tab pos="1347789" algn="l"/>
                <a:tab pos="1797052" algn="l"/>
                <a:tab pos="2246315" algn="l"/>
                <a:tab pos="2695578" algn="l"/>
                <a:tab pos="3144841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2ADB571-A402-4221-9FD8-354E93EAFEE9}" type="slidenum">
              <a:t>16</a:t>
            </a:fld>
            <a:endParaRPr lang="ca-ES" sz="12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ea typeface="MS PGothic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33619437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1E2083BB-8C51-4091-A581-848B51428228}"/>
              </a:ext>
            </a:extLst>
          </p:cNvPr>
          <p:cNvSpPr txBox="1"/>
          <p:nvPr/>
        </p:nvSpPr>
        <p:spPr>
          <a:xfrm>
            <a:off x="4022281" y="9721443"/>
            <a:ext cx="3065397" cy="5021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6121" tIns="47877" rIns="96121" bIns="47877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25452" algn="l"/>
                <a:tab pos="852485" algn="l"/>
                <a:tab pos="1279529" algn="l"/>
                <a:tab pos="1706563" algn="l"/>
                <a:tab pos="2132015" algn="l"/>
                <a:tab pos="2559048" algn="l"/>
                <a:tab pos="2986092" algn="l"/>
                <a:tab pos="3413126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6E98891-58FF-4914-8317-4ACF1EDD6490}" type="slidenum">
              <a:t>17</a:t>
            </a:fld>
            <a:endParaRPr lang="ca-ES" sz="13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WenQuanYi Micro Hei"/>
              <a:cs typeface="DejaVu Sans" pitchFamily="2"/>
            </a:endParaRPr>
          </a:p>
        </p:txBody>
      </p:sp>
      <p:sp>
        <p:nvSpPr>
          <p:cNvPr id="3" name="Text Box 1">
            <a:extLst>
              <a:ext uri="{FF2B5EF4-FFF2-40B4-BE49-F238E27FC236}">
                <a16:creationId xmlns:a16="http://schemas.microsoft.com/office/drawing/2014/main" id="{D0FB37C1-124A-4624-8278-A5701A28C81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09610" y="4924428"/>
            <a:ext cx="5678488" cy="4029075"/>
          </a:xfrm>
        </p:spPr>
        <p:txBody>
          <a:bodyPr/>
          <a:lstStyle/>
          <a:p>
            <a:endParaRPr lang="ca-E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1BC234A-508C-4764-88E0-B041D01D1FA1}"/>
              </a:ext>
            </a:extLst>
          </p:cNvPr>
          <p:cNvSpPr/>
          <p:nvPr/>
        </p:nvSpPr>
        <p:spPr>
          <a:xfrm>
            <a:off x="4021138" y="9720264"/>
            <a:ext cx="3074990" cy="51275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5468" tIns="42739" rIns="85468" bIns="42739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49263" algn="l"/>
                <a:tab pos="898526" algn="l"/>
                <a:tab pos="1347789" algn="l"/>
                <a:tab pos="1797052" algn="l"/>
                <a:tab pos="2246315" algn="l"/>
                <a:tab pos="2695578" algn="l"/>
                <a:tab pos="3144841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2ADB571-A402-4221-9FD8-354E93EAFEE9}" type="slidenum">
              <a:t>17</a:t>
            </a:fld>
            <a:endParaRPr lang="ca-ES" sz="12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ea typeface="MS PGothic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4224845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1E2083BB-8C51-4091-A581-848B51428228}"/>
              </a:ext>
            </a:extLst>
          </p:cNvPr>
          <p:cNvSpPr txBox="1"/>
          <p:nvPr/>
        </p:nvSpPr>
        <p:spPr>
          <a:xfrm>
            <a:off x="4022281" y="9721443"/>
            <a:ext cx="3065397" cy="5021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6121" tIns="47877" rIns="96121" bIns="47877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25452" algn="l"/>
                <a:tab pos="852485" algn="l"/>
                <a:tab pos="1279529" algn="l"/>
                <a:tab pos="1706563" algn="l"/>
                <a:tab pos="2132015" algn="l"/>
                <a:tab pos="2559048" algn="l"/>
                <a:tab pos="2986092" algn="l"/>
                <a:tab pos="3413126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6E98891-58FF-4914-8317-4ACF1EDD6490}" type="slidenum">
              <a:t>18</a:t>
            </a:fld>
            <a:endParaRPr lang="ca-ES" sz="13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WenQuanYi Micro Hei"/>
              <a:cs typeface="DejaVu Sans" pitchFamily="2"/>
            </a:endParaRPr>
          </a:p>
        </p:txBody>
      </p:sp>
      <p:sp>
        <p:nvSpPr>
          <p:cNvPr id="3" name="Text Box 1">
            <a:extLst>
              <a:ext uri="{FF2B5EF4-FFF2-40B4-BE49-F238E27FC236}">
                <a16:creationId xmlns:a16="http://schemas.microsoft.com/office/drawing/2014/main" id="{D0FB37C1-124A-4624-8278-A5701A28C81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09610" y="4924428"/>
            <a:ext cx="5678488" cy="4029075"/>
          </a:xfrm>
        </p:spPr>
        <p:txBody>
          <a:bodyPr/>
          <a:lstStyle/>
          <a:p>
            <a:endParaRPr lang="ca-E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1BC234A-508C-4764-88E0-B041D01D1FA1}"/>
              </a:ext>
            </a:extLst>
          </p:cNvPr>
          <p:cNvSpPr/>
          <p:nvPr/>
        </p:nvSpPr>
        <p:spPr>
          <a:xfrm>
            <a:off x="4021138" y="9720264"/>
            <a:ext cx="3074990" cy="51275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5468" tIns="42739" rIns="85468" bIns="42739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49263" algn="l"/>
                <a:tab pos="898526" algn="l"/>
                <a:tab pos="1347789" algn="l"/>
                <a:tab pos="1797052" algn="l"/>
                <a:tab pos="2246315" algn="l"/>
                <a:tab pos="2695578" algn="l"/>
                <a:tab pos="3144841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2ADB571-A402-4221-9FD8-354E93EAFEE9}" type="slidenum">
              <a:t>18</a:t>
            </a:fld>
            <a:endParaRPr lang="ca-ES" sz="12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ea typeface="MS PGothic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8866951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1E2083BB-8C51-4091-A581-848B51428228}"/>
              </a:ext>
            </a:extLst>
          </p:cNvPr>
          <p:cNvSpPr txBox="1"/>
          <p:nvPr/>
        </p:nvSpPr>
        <p:spPr>
          <a:xfrm>
            <a:off x="4022281" y="9721443"/>
            <a:ext cx="3065397" cy="5021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6121" tIns="47877" rIns="96121" bIns="47877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25452" algn="l"/>
                <a:tab pos="852485" algn="l"/>
                <a:tab pos="1279529" algn="l"/>
                <a:tab pos="1706563" algn="l"/>
                <a:tab pos="2132015" algn="l"/>
                <a:tab pos="2559048" algn="l"/>
                <a:tab pos="2986092" algn="l"/>
                <a:tab pos="3413126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6E98891-58FF-4914-8317-4ACF1EDD6490}" type="slidenum">
              <a:t>19</a:t>
            </a:fld>
            <a:endParaRPr lang="ca-ES" sz="13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WenQuanYi Micro Hei"/>
              <a:cs typeface="DejaVu Sans" pitchFamily="2"/>
            </a:endParaRPr>
          </a:p>
        </p:txBody>
      </p:sp>
      <p:sp>
        <p:nvSpPr>
          <p:cNvPr id="3" name="Text Box 1">
            <a:extLst>
              <a:ext uri="{FF2B5EF4-FFF2-40B4-BE49-F238E27FC236}">
                <a16:creationId xmlns:a16="http://schemas.microsoft.com/office/drawing/2014/main" id="{D0FB37C1-124A-4624-8278-A5701A28C81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09610" y="4924428"/>
            <a:ext cx="5678488" cy="4029075"/>
          </a:xfrm>
        </p:spPr>
        <p:txBody>
          <a:bodyPr/>
          <a:lstStyle/>
          <a:p>
            <a:endParaRPr lang="ca-E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1BC234A-508C-4764-88E0-B041D01D1FA1}"/>
              </a:ext>
            </a:extLst>
          </p:cNvPr>
          <p:cNvSpPr/>
          <p:nvPr/>
        </p:nvSpPr>
        <p:spPr>
          <a:xfrm>
            <a:off x="4021138" y="9720264"/>
            <a:ext cx="3074990" cy="51275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5468" tIns="42739" rIns="85468" bIns="42739" anchor="b" anchorCtr="0" compatLnSpc="1">
            <a:noAutofit/>
          </a:bodyPr>
          <a:lstStyle/>
          <a:p>
            <a:pPr marL="0" marR="0" lvl="0" indent="0" algn="r" defTabSz="100784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49263" algn="l"/>
                <a:tab pos="898526" algn="l"/>
                <a:tab pos="1347789" algn="l"/>
                <a:tab pos="1797052" algn="l"/>
                <a:tab pos="2246315" algn="l"/>
                <a:tab pos="2695578" algn="l"/>
                <a:tab pos="3144841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2ADB571-A402-4221-9FD8-354E93EAFEE9}" type="slidenum">
              <a:t>19</a:t>
            </a:fld>
            <a:endParaRPr lang="ca-ES" sz="12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ea typeface="MS PGothic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918602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7F2A-C253-4162-A600-DA6C5B9CE341}" type="datetimeFigureOut">
              <a:rPr lang="ca-ES" smtClean="0"/>
              <a:t>21/9/2023</a:t>
            </a:fld>
            <a:endParaRPr lang="ca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C1AE0-2E9A-40D1-B812-5D42867D67EF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507201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7F2A-C253-4162-A600-DA6C5B9CE341}" type="datetimeFigureOut">
              <a:rPr lang="ca-ES" smtClean="0"/>
              <a:t>21/9/2023</a:t>
            </a:fld>
            <a:endParaRPr lang="ca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C1AE0-2E9A-40D1-B812-5D42867D67EF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113239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7F2A-C253-4162-A600-DA6C5B9CE341}" type="datetimeFigureOut">
              <a:rPr lang="ca-ES" smtClean="0"/>
              <a:t>21/9/2023</a:t>
            </a:fld>
            <a:endParaRPr lang="ca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C1AE0-2E9A-40D1-B812-5D42867D67EF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724777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7F2A-C253-4162-A600-DA6C5B9CE341}" type="datetimeFigureOut">
              <a:rPr lang="ca-ES" smtClean="0"/>
              <a:t>21/9/2023</a:t>
            </a:fld>
            <a:endParaRPr lang="ca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C1AE0-2E9A-40D1-B812-5D42867D67EF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619574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7F2A-C253-4162-A600-DA6C5B9CE341}" type="datetimeFigureOut">
              <a:rPr lang="ca-ES" smtClean="0"/>
              <a:t>21/9/2023</a:t>
            </a:fld>
            <a:endParaRPr lang="ca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C1AE0-2E9A-40D1-B812-5D42867D67EF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227345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7F2A-C253-4162-A600-DA6C5B9CE341}" type="datetimeFigureOut">
              <a:rPr lang="ca-ES" smtClean="0"/>
              <a:t>21/9/2023</a:t>
            </a:fld>
            <a:endParaRPr lang="ca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C1AE0-2E9A-40D1-B812-5D42867D67EF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105427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7F2A-C253-4162-A600-DA6C5B9CE341}" type="datetimeFigureOut">
              <a:rPr lang="ca-ES" smtClean="0"/>
              <a:t>21/9/2023</a:t>
            </a:fld>
            <a:endParaRPr lang="ca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C1AE0-2E9A-40D1-B812-5D42867D67EF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626332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7F2A-C253-4162-A600-DA6C5B9CE341}" type="datetimeFigureOut">
              <a:rPr lang="ca-ES" smtClean="0"/>
              <a:t>21/9/2023</a:t>
            </a:fld>
            <a:endParaRPr lang="ca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C1AE0-2E9A-40D1-B812-5D42867D67EF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469446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7F2A-C253-4162-A600-DA6C5B9CE341}" type="datetimeFigureOut">
              <a:rPr lang="ca-ES" smtClean="0"/>
              <a:t>21/9/2023</a:t>
            </a:fld>
            <a:endParaRPr lang="ca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C1AE0-2E9A-40D1-B812-5D42867D67EF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219441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7F2A-C253-4162-A600-DA6C5B9CE341}" type="datetimeFigureOut">
              <a:rPr lang="ca-ES" smtClean="0"/>
              <a:t>21/9/2023</a:t>
            </a:fld>
            <a:endParaRPr lang="ca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C1AE0-2E9A-40D1-B812-5D42867D67EF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748162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7F2A-C253-4162-A600-DA6C5B9CE341}" type="datetimeFigureOut">
              <a:rPr lang="ca-ES" smtClean="0"/>
              <a:t>21/9/2023</a:t>
            </a:fld>
            <a:endParaRPr lang="ca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C1AE0-2E9A-40D1-B812-5D42867D67EF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62361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27F2A-C253-4162-A600-DA6C5B9CE341}" type="datetimeFigureOut">
              <a:rPr lang="ca-ES" smtClean="0"/>
              <a:t>21/9/2023</a:t>
            </a:fld>
            <a:endParaRPr lang="ca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a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1C1AE0-2E9A-40D1-B812-5D42867D67EF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428071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emf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image" Target="../media/image1.pn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10" Type="http://schemas.openxmlformats.org/officeDocument/2006/relationships/image" Target="../media/image29.emf"/><Relationship Id="rId4" Type="http://schemas.openxmlformats.org/officeDocument/2006/relationships/image" Target="../media/image24.png"/><Relationship Id="rId9" Type="http://schemas.openxmlformats.org/officeDocument/2006/relationships/image" Target="../media/image28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30.jpeg"/><Relationship Id="rId7" Type="http://schemas.openxmlformats.org/officeDocument/2006/relationships/image" Target="../media/image3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1.png"/><Relationship Id="rId4" Type="http://schemas.openxmlformats.org/officeDocument/2006/relationships/image" Target="../media/image3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jpe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27D83E-7261-43B7-8487-FFFFD9A84860}"/>
              </a:ext>
            </a:extLst>
          </p:cNvPr>
          <p:cNvSpPr/>
          <p:nvPr/>
        </p:nvSpPr>
        <p:spPr>
          <a:xfrm>
            <a:off x="2357671" y="4301838"/>
            <a:ext cx="5298653" cy="4188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1641" tIns="40816" rIns="81641" bIns="40816" anchor="t" anchorCtr="0" compatLnSpc="1">
            <a:noAutofit/>
          </a:bodyPr>
          <a:lstStyle/>
          <a:p>
            <a:pPr algn="r" defTabSz="914213">
              <a:tabLst>
                <a:tab pos="407526" algn="l"/>
                <a:tab pos="815053" algn="l"/>
                <a:tab pos="1222579" algn="l"/>
                <a:tab pos="1630106" algn="l"/>
                <a:tab pos="2037632" algn="l"/>
                <a:tab pos="2445159" algn="l"/>
                <a:tab pos="2852685" algn="l"/>
                <a:tab pos="3260212" algn="l"/>
                <a:tab pos="3667738" algn="l"/>
                <a:tab pos="4075256" algn="l"/>
                <a:tab pos="4482782" algn="l"/>
                <a:tab pos="4890309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a-ES" sz="1633" b="1" dirty="0">
                <a:solidFill>
                  <a:srgbClr val="000000"/>
                </a:solidFill>
                <a:latin typeface="Arial" pitchFamily="34"/>
                <a:ea typeface="MS PGothic" pitchFamily="34"/>
                <a:cs typeface="WenQuanYi Micro Hei"/>
              </a:rPr>
              <a:t>Departament d’Enginyeria Electrònica i Biomèdica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8A82F8-5914-4046-B8DB-9E1A0CBE227C}"/>
              </a:ext>
            </a:extLst>
          </p:cNvPr>
          <p:cNvSpPr/>
          <p:nvPr/>
        </p:nvSpPr>
        <p:spPr>
          <a:xfrm>
            <a:off x="1099562" y="1319262"/>
            <a:ext cx="7814875" cy="155232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1641" tIns="40816" rIns="81641" bIns="40816" anchor="t" anchorCtr="1" compatLnSpc="1">
            <a:noAutofit/>
          </a:bodyPr>
          <a:lstStyle/>
          <a:p>
            <a:pPr algn="ctr" defTabSz="914213">
              <a:tabLst>
                <a:tab pos="407526" algn="l"/>
                <a:tab pos="815053" algn="l"/>
                <a:tab pos="1222579" algn="l"/>
                <a:tab pos="1630106" algn="l"/>
                <a:tab pos="2037632" algn="l"/>
                <a:tab pos="2445159" algn="l"/>
                <a:tab pos="2852685" algn="l"/>
                <a:tab pos="3260212" algn="l"/>
                <a:tab pos="3667738" algn="l"/>
                <a:tab pos="4075256" algn="l"/>
                <a:tab pos="4482782" algn="l"/>
                <a:tab pos="4890309" algn="l"/>
                <a:tab pos="5297835" algn="l"/>
                <a:tab pos="5705361" algn="l"/>
                <a:tab pos="6112888" algn="l"/>
                <a:tab pos="6520414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a-ES" sz="4354" b="1" dirty="0">
                <a:solidFill>
                  <a:srgbClr val="0059A2"/>
                </a:solidFill>
                <a:latin typeface="Arial" pitchFamily="34"/>
                <a:ea typeface="MS PGothic" pitchFamily="34"/>
                <a:cs typeface="WenQuanYi Micro Hei"/>
              </a:rPr>
              <a:t>DESCÀRREGUES ELLECTROSTÀTIQUES (ESD)</a:t>
            </a:r>
          </a:p>
          <a:p>
            <a:pPr algn="ctr" defTabSz="914213">
              <a:tabLst>
                <a:tab pos="407526" algn="l"/>
                <a:tab pos="815053" algn="l"/>
                <a:tab pos="1222579" algn="l"/>
                <a:tab pos="1630106" algn="l"/>
                <a:tab pos="2037632" algn="l"/>
                <a:tab pos="2445159" algn="l"/>
                <a:tab pos="2852685" algn="l"/>
                <a:tab pos="3260212" algn="l"/>
                <a:tab pos="3667738" algn="l"/>
                <a:tab pos="4075256" algn="l"/>
                <a:tab pos="4482782" algn="l"/>
                <a:tab pos="4890309" algn="l"/>
                <a:tab pos="5297835" algn="l"/>
                <a:tab pos="5705361" algn="l"/>
                <a:tab pos="6112888" algn="l"/>
                <a:tab pos="6520414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a-ES" altLang="es-ES" sz="3200" dirty="0">
                <a:solidFill>
                  <a:srgbClr val="0059A2"/>
                </a:solidFill>
                <a:ea typeface="MS PGothic" panose="020B0600070205080204" pitchFamily="34" charset="-128"/>
              </a:rPr>
              <a:t>LABORATORI DE SISTEMES ELECTRÒNICS I</a:t>
            </a:r>
            <a:endParaRPr lang="ca-ES" sz="3200" b="1" dirty="0">
              <a:solidFill>
                <a:srgbClr val="0059A2"/>
              </a:solidFill>
              <a:latin typeface="Arial" pitchFamily="34"/>
              <a:ea typeface="MS PGothic" pitchFamily="34"/>
              <a:cs typeface="WenQuanYi Micro Hei"/>
            </a:endParaRPr>
          </a:p>
          <a:p>
            <a:pPr algn="ctr" defTabSz="914213">
              <a:tabLst>
                <a:tab pos="407526" algn="l"/>
                <a:tab pos="815053" algn="l"/>
                <a:tab pos="1222579" algn="l"/>
                <a:tab pos="1630106" algn="l"/>
                <a:tab pos="2037632" algn="l"/>
                <a:tab pos="2445159" algn="l"/>
                <a:tab pos="2852685" algn="l"/>
                <a:tab pos="3260212" algn="l"/>
                <a:tab pos="3667738" algn="l"/>
                <a:tab pos="4075256" algn="l"/>
                <a:tab pos="4482782" algn="l"/>
                <a:tab pos="4890309" algn="l"/>
                <a:tab pos="5297835" algn="l"/>
                <a:tab pos="5705361" algn="l"/>
                <a:tab pos="6112888" algn="l"/>
                <a:tab pos="6520414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ca-ES" sz="1996" dirty="0">
              <a:solidFill>
                <a:srgbClr val="0059A2"/>
              </a:solidFill>
              <a:latin typeface="Arial" pitchFamily="34"/>
              <a:ea typeface="MS PGothic" pitchFamily="34"/>
              <a:cs typeface="WenQuanYi Micro He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C64A46-8123-4530-B7ED-AD5A56DD418D}"/>
              </a:ext>
            </a:extLst>
          </p:cNvPr>
          <p:cNvSpPr/>
          <p:nvPr/>
        </p:nvSpPr>
        <p:spPr>
          <a:xfrm>
            <a:off x="6035883" y="6356516"/>
            <a:ext cx="2878563" cy="122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 defTabSz="914213">
              <a:tabLst>
                <a:tab pos="407526" algn="l"/>
                <a:tab pos="815053" algn="l"/>
                <a:tab pos="1222579" algn="l"/>
                <a:tab pos="1630106" algn="l"/>
                <a:tab pos="2037632" algn="l"/>
                <a:tab pos="2445159" algn="l"/>
                <a:tab pos="2852685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ca-ES" sz="1270" b="1">
              <a:solidFill>
                <a:srgbClr val="000000"/>
              </a:solidFill>
              <a:latin typeface="Arial" pitchFamily="34"/>
              <a:ea typeface="MS PGothic" pitchFamily="34"/>
              <a:cs typeface="WenQuanYi Micro He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3825B1-5602-4B03-A934-1ECC6652D88A}"/>
              </a:ext>
            </a:extLst>
          </p:cNvPr>
          <p:cNvSpPr/>
          <p:nvPr/>
        </p:nvSpPr>
        <p:spPr>
          <a:xfrm>
            <a:off x="8990762" y="6356517"/>
            <a:ext cx="452642" cy="36127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algn="ctr" defTabSz="914213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2B6FC4B-6D44-4732-8C8C-1D94ACD896EC}" type="slidenum">
              <a:rPr lang="ca-ES" sz="1633">
                <a:solidFill>
                  <a:srgbClr val="000000"/>
                </a:solidFill>
                <a:latin typeface="Calibri"/>
                <a:ea typeface="MS PGothic" pitchFamily="34"/>
              </a:rPr>
              <a:pPr algn="ctr" defTabSz="914213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</a:t>
            </a:fld>
            <a:endParaRPr lang="ca-ES" sz="1633">
              <a:solidFill>
                <a:srgbClr val="000000"/>
              </a:solidFill>
              <a:latin typeface="Calibri"/>
              <a:ea typeface="MS PGothic" pitchFamily="34"/>
            </a:endParaRPr>
          </a:p>
        </p:txBody>
      </p:sp>
      <p:pic>
        <p:nvPicPr>
          <p:cNvPr id="8" name="Picture 8" descr="Resultado de imagen de RF grup ub">
            <a:extLst>
              <a:ext uri="{FF2B5EF4-FFF2-40B4-BE49-F238E27FC236}">
                <a16:creationId xmlns:a16="http://schemas.microsoft.com/office/drawing/2014/main" id="{5992AAA7-391E-4599-A254-2E4D141B7B97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3420301" y="4880863"/>
            <a:ext cx="3173395" cy="913544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FFDEF4D7-CA83-4971-A983-950EA1D6EBAF}"/>
              </a:ext>
            </a:extLst>
          </p:cNvPr>
          <p:cNvSpPr/>
          <p:nvPr/>
        </p:nvSpPr>
        <p:spPr>
          <a:xfrm>
            <a:off x="6035883" y="6356516"/>
            <a:ext cx="2878563" cy="122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 defTabSz="914213">
              <a:tabLst>
                <a:tab pos="407526" algn="l"/>
                <a:tab pos="815053" algn="l"/>
                <a:tab pos="1222579" algn="l"/>
                <a:tab pos="1630106" algn="l"/>
                <a:tab pos="2037632" algn="l"/>
                <a:tab pos="2445159" algn="l"/>
                <a:tab pos="2852685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ca-ES" sz="1270" b="1">
              <a:solidFill>
                <a:srgbClr val="000000"/>
              </a:solidFill>
              <a:latin typeface="Arial" pitchFamily="34"/>
              <a:ea typeface="MS PGothic" pitchFamily="34"/>
              <a:cs typeface="WenQuanYi Micro Hei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48FD8E0-CE93-494A-BA4D-2B64DC566404}"/>
              </a:ext>
            </a:extLst>
          </p:cNvPr>
          <p:cNvSpPr/>
          <p:nvPr/>
        </p:nvSpPr>
        <p:spPr>
          <a:xfrm>
            <a:off x="8990762" y="6356517"/>
            <a:ext cx="452642" cy="36127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algn="ctr" defTabSz="914213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2DA8BD0-ACC2-4CDB-9B04-BE430CC3D8EC}" type="slidenum">
              <a:rPr lang="ca-ES" sz="1633">
                <a:solidFill>
                  <a:srgbClr val="000000"/>
                </a:solidFill>
                <a:latin typeface="Calibri"/>
                <a:ea typeface="MS PGothic" pitchFamily="34"/>
              </a:rPr>
              <a:pPr algn="ctr" defTabSz="914213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2</a:t>
            </a:fld>
            <a:endParaRPr lang="ca-ES" sz="1633">
              <a:solidFill>
                <a:srgbClr val="000000"/>
              </a:solidFill>
              <a:latin typeface="Calibri"/>
              <a:ea typeface="MS PGothic" pitchFamily="34"/>
            </a:endParaRPr>
          </a:p>
        </p:txBody>
      </p:sp>
      <p:cxnSp>
        <p:nvCxnSpPr>
          <p:cNvPr id="5" name="Conector recto 2">
            <a:extLst>
              <a:ext uri="{FF2B5EF4-FFF2-40B4-BE49-F238E27FC236}">
                <a16:creationId xmlns:a16="http://schemas.microsoft.com/office/drawing/2014/main" id="{DC15A95D-48F0-4844-B645-27C033C71695}"/>
              </a:ext>
            </a:extLst>
          </p:cNvPr>
          <p:cNvCxnSpPr/>
          <p:nvPr/>
        </p:nvCxnSpPr>
        <p:spPr>
          <a:xfrm flipH="1">
            <a:off x="852363" y="969390"/>
            <a:ext cx="8247636" cy="0"/>
          </a:xfrm>
          <a:prstGeom prst="straightConnector1">
            <a:avLst/>
          </a:prstGeom>
          <a:noFill/>
          <a:ln w="31747" cap="flat">
            <a:solidFill>
              <a:srgbClr val="000000"/>
            </a:solidFill>
            <a:prstDash val="solid"/>
            <a:miter/>
          </a:ln>
        </p:spPr>
      </p:cxnSp>
      <p:sp>
        <p:nvSpPr>
          <p:cNvPr id="6" name="Forma libre: forma 7">
            <a:extLst>
              <a:ext uri="{FF2B5EF4-FFF2-40B4-BE49-F238E27FC236}">
                <a16:creationId xmlns:a16="http://schemas.microsoft.com/office/drawing/2014/main" id="{273EBB3C-E371-4DE7-9502-E477E63B4C6D}"/>
              </a:ext>
            </a:extLst>
          </p:cNvPr>
          <p:cNvSpPr/>
          <p:nvPr/>
        </p:nvSpPr>
        <p:spPr>
          <a:xfrm>
            <a:off x="665954" y="193811"/>
            <a:ext cx="3585768" cy="70865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89994" tIns="46797" rIns="89994" bIns="46797" anchor="t" anchorCtr="1" compatLnSpc="1">
            <a:spAutoFit/>
          </a:bodyPr>
          <a:lstStyle/>
          <a:p>
            <a:pPr defTabSz="914213">
              <a:spcBef>
                <a:spcPts val="1751"/>
              </a:spcBef>
              <a:tabLst>
                <a:tab pos="0" algn="l"/>
                <a:tab pos="448858" algn="l"/>
                <a:tab pos="898081" algn="l"/>
                <a:tab pos="1347304" algn="l"/>
                <a:tab pos="1796527" algn="l"/>
                <a:tab pos="2245750" algn="l"/>
                <a:tab pos="2694973" algn="l"/>
                <a:tab pos="3144195" algn="l"/>
                <a:tab pos="3593419" algn="l"/>
                <a:tab pos="4042642" algn="l"/>
                <a:tab pos="4491865" algn="l"/>
                <a:tab pos="4941080" algn="l"/>
                <a:tab pos="5390303" algn="l"/>
                <a:tab pos="5839526" algn="l"/>
                <a:tab pos="6288749" algn="l"/>
                <a:tab pos="6737971" algn="l"/>
                <a:tab pos="7187195" algn="l"/>
                <a:tab pos="7636418" algn="l"/>
                <a:tab pos="8085633" algn="l"/>
                <a:tab pos="8534864" algn="l"/>
                <a:tab pos="898408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3991" b="1" dirty="0">
                <a:solidFill>
                  <a:srgbClr val="000000"/>
                </a:solidFill>
                <a:latin typeface="Arial" pitchFamily="2"/>
                <a:ea typeface="DejaVu Sans" pitchFamily="2"/>
                <a:cs typeface="DejaVu Sans" pitchFamily="2"/>
              </a:rPr>
              <a:t>CONTINGUT</a:t>
            </a:r>
          </a:p>
        </p:txBody>
      </p:sp>
      <p:sp>
        <p:nvSpPr>
          <p:cNvPr id="7" name="Forma libre: forma 8">
            <a:extLst>
              <a:ext uri="{FF2B5EF4-FFF2-40B4-BE49-F238E27FC236}">
                <a16:creationId xmlns:a16="http://schemas.microsoft.com/office/drawing/2014/main" id="{98889356-B911-4610-93E9-67C7ECD9E339}"/>
              </a:ext>
            </a:extLst>
          </p:cNvPr>
          <p:cNvSpPr/>
          <p:nvPr/>
        </p:nvSpPr>
        <p:spPr>
          <a:xfrm>
            <a:off x="1644694" y="1664293"/>
            <a:ext cx="7152808" cy="2527995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89994" tIns="46797" rIns="89994" bIns="46797" anchor="t" anchorCtr="0" compatLnSpc="1">
            <a:spAutoFit/>
          </a:bodyPr>
          <a:lstStyle/>
          <a:p>
            <a:pPr defTabSz="914213">
              <a:spcAft>
                <a:spcPts val="1089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448858" algn="l"/>
                <a:tab pos="898081" algn="l"/>
                <a:tab pos="1347304" algn="l"/>
                <a:tab pos="1796527" algn="l"/>
                <a:tab pos="2245750" algn="l"/>
                <a:tab pos="2694973" algn="l"/>
                <a:tab pos="3144195" algn="l"/>
                <a:tab pos="3593419" algn="l"/>
                <a:tab pos="4042642" algn="l"/>
                <a:tab pos="4491865" algn="l"/>
                <a:tab pos="4941080" algn="l"/>
                <a:tab pos="5390303" algn="l"/>
                <a:tab pos="5839526" algn="l"/>
                <a:tab pos="6288749" algn="l"/>
                <a:tab pos="6737971" algn="l"/>
                <a:tab pos="7187195" algn="l"/>
                <a:tab pos="7636418" algn="l"/>
                <a:tab pos="8085633" algn="l"/>
                <a:tab pos="8534864" algn="l"/>
                <a:tab pos="898408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a-ES" sz="3266" dirty="0">
                <a:solidFill>
                  <a:srgbClr val="000000"/>
                </a:solidFill>
                <a:latin typeface="Arial" pitchFamily="2"/>
                <a:ea typeface="DejaVu Sans" pitchFamily="2"/>
                <a:cs typeface="DejaVu Sans" pitchFamily="2"/>
              </a:rPr>
              <a:t> Què és ESD (i EOS)?</a:t>
            </a:r>
          </a:p>
          <a:p>
            <a:pPr defTabSz="914213">
              <a:spcAft>
                <a:spcPts val="1089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448858" algn="l"/>
                <a:tab pos="898081" algn="l"/>
                <a:tab pos="1347304" algn="l"/>
                <a:tab pos="1796527" algn="l"/>
                <a:tab pos="2245750" algn="l"/>
                <a:tab pos="2694973" algn="l"/>
                <a:tab pos="3144195" algn="l"/>
                <a:tab pos="3593419" algn="l"/>
                <a:tab pos="4042642" algn="l"/>
                <a:tab pos="4491865" algn="l"/>
                <a:tab pos="4941080" algn="l"/>
                <a:tab pos="5390303" algn="l"/>
                <a:tab pos="5839526" algn="l"/>
                <a:tab pos="6288749" algn="l"/>
                <a:tab pos="6737971" algn="l"/>
                <a:tab pos="7187195" algn="l"/>
                <a:tab pos="7636418" algn="l"/>
                <a:tab pos="8085633" algn="l"/>
                <a:tab pos="8534864" algn="l"/>
                <a:tab pos="898408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a-ES" sz="3266" dirty="0">
                <a:solidFill>
                  <a:srgbClr val="000000"/>
                </a:solidFill>
                <a:latin typeface="Arial" pitchFamily="2"/>
                <a:ea typeface="DejaVu Sans" pitchFamily="2"/>
                <a:cs typeface="DejaVu Sans" pitchFamily="2"/>
              </a:rPr>
              <a:t> Models ESD</a:t>
            </a:r>
          </a:p>
          <a:p>
            <a:pPr defTabSz="914213">
              <a:spcAft>
                <a:spcPts val="1089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448858" algn="l"/>
                <a:tab pos="898081" algn="l"/>
                <a:tab pos="1347304" algn="l"/>
                <a:tab pos="1796527" algn="l"/>
                <a:tab pos="2245750" algn="l"/>
                <a:tab pos="2694973" algn="l"/>
                <a:tab pos="3144195" algn="l"/>
                <a:tab pos="3593419" algn="l"/>
                <a:tab pos="4042642" algn="l"/>
                <a:tab pos="4491865" algn="l"/>
                <a:tab pos="4941080" algn="l"/>
                <a:tab pos="5390303" algn="l"/>
                <a:tab pos="5839526" algn="l"/>
                <a:tab pos="6288749" algn="l"/>
                <a:tab pos="6737971" algn="l"/>
                <a:tab pos="7187195" algn="l"/>
                <a:tab pos="7636418" algn="l"/>
                <a:tab pos="8085633" algn="l"/>
                <a:tab pos="8534864" algn="l"/>
                <a:tab pos="898408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a-ES" sz="3266" dirty="0">
                <a:solidFill>
                  <a:srgbClr val="000000"/>
                </a:solidFill>
                <a:latin typeface="Arial" pitchFamily="2"/>
                <a:ea typeface="DejaVu Sans" pitchFamily="2"/>
                <a:cs typeface="DejaVu Sans" pitchFamily="2"/>
              </a:rPr>
              <a:t> Nivells de protecció</a:t>
            </a:r>
          </a:p>
          <a:p>
            <a:pPr defTabSz="914213">
              <a:spcAft>
                <a:spcPts val="1089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448858" algn="l"/>
                <a:tab pos="898081" algn="l"/>
                <a:tab pos="1347304" algn="l"/>
                <a:tab pos="1796527" algn="l"/>
                <a:tab pos="2245750" algn="l"/>
                <a:tab pos="2694973" algn="l"/>
                <a:tab pos="3144195" algn="l"/>
                <a:tab pos="3593419" algn="l"/>
                <a:tab pos="4042642" algn="l"/>
                <a:tab pos="4491865" algn="l"/>
                <a:tab pos="4941080" algn="l"/>
                <a:tab pos="5390303" algn="l"/>
                <a:tab pos="5839526" algn="l"/>
                <a:tab pos="6288749" algn="l"/>
                <a:tab pos="6737971" algn="l"/>
                <a:tab pos="7187195" algn="l"/>
                <a:tab pos="7636418" algn="l"/>
                <a:tab pos="8085633" algn="l"/>
                <a:tab pos="8534864" algn="l"/>
                <a:tab pos="898408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a-ES" sz="3266" dirty="0">
                <a:solidFill>
                  <a:srgbClr val="000000"/>
                </a:solidFill>
                <a:latin typeface="Arial" pitchFamily="2"/>
                <a:ea typeface="DejaVu Sans" pitchFamily="2"/>
                <a:cs typeface="DejaVu Sans" pitchFamily="2"/>
              </a:rPr>
              <a:t> Control ESD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2BACFB2-987F-456D-9815-C7C51A53C678}"/>
              </a:ext>
            </a:extLst>
          </p:cNvPr>
          <p:cNvSpPr/>
          <p:nvPr/>
        </p:nvSpPr>
        <p:spPr>
          <a:xfrm>
            <a:off x="737228" y="6327717"/>
            <a:ext cx="3956069" cy="4188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1641" tIns="40816" rIns="81641" bIns="40816" anchor="t" anchorCtr="0" compatLnSpc="1">
            <a:noAutofit/>
          </a:bodyPr>
          <a:lstStyle/>
          <a:p>
            <a:pPr defTabSz="914213">
              <a:tabLst>
                <a:tab pos="407526" algn="l"/>
                <a:tab pos="815053" algn="l"/>
                <a:tab pos="1222579" algn="l"/>
                <a:tab pos="1630106" algn="l"/>
                <a:tab pos="2037632" algn="l"/>
                <a:tab pos="2445159" algn="l"/>
                <a:tab pos="2852685" algn="l"/>
                <a:tab pos="3260212" algn="l"/>
                <a:tab pos="3667738" algn="l"/>
                <a:tab pos="4075256" algn="l"/>
                <a:tab pos="4482782" algn="l"/>
                <a:tab pos="4890309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a-ES" sz="1633" b="1" dirty="0">
                <a:solidFill>
                  <a:srgbClr val="000000"/>
                </a:solidFill>
                <a:latin typeface="Arial" pitchFamily="34"/>
                <a:ea typeface="MS PGothic" pitchFamily="34"/>
                <a:cs typeface="WenQuanYi Micro Hei"/>
              </a:rPr>
              <a:t>Laboratori De Sistemes Electrònics I</a:t>
            </a:r>
          </a:p>
        </p:txBody>
      </p:sp>
      <p:pic>
        <p:nvPicPr>
          <p:cNvPr id="10" name="Picture 8" descr="Resultado de imagen de RF grup ub">
            <a:extLst>
              <a:ext uri="{FF2B5EF4-FFF2-40B4-BE49-F238E27FC236}">
                <a16:creationId xmlns:a16="http://schemas.microsoft.com/office/drawing/2014/main" id="{40D818FE-4FE4-401E-8B44-FCB850DCFB02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708340" y="134221"/>
            <a:ext cx="2642489" cy="750553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FFDEF4D7-CA83-4971-A983-950EA1D6EBAF}"/>
              </a:ext>
            </a:extLst>
          </p:cNvPr>
          <p:cNvSpPr/>
          <p:nvPr/>
        </p:nvSpPr>
        <p:spPr>
          <a:xfrm>
            <a:off x="6035883" y="6356516"/>
            <a:ext cx="2878563" cy="122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 defTabSz="914213">
              <a:tabLst>
                <a:tab pos="407526" algn="l"/>
                <a:tab pos="815053" algn="l"/>
                <a:tab pos="1222579" algn="l"/>
                <a:tab pos="1630106" algn="l"/>
                <a:tab pos="2037632" algn="l"/>
                <a:tab pos="2445159" algn="l"/>
                <a:tab pos="2852685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ca-ES" sz="1270" b="1">
              <a:solidFill>
                <a:srgbClr val="000000"/>
              </a:solidFill>
              <a:latin typeface="Arial" pitchFamily="34"/>
              <a:ea typeface="MS PGothic" pitchFamily="34"/>
              <a:cs typeface="WenQuanYi Micro Hei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48FD8E0-CE93-494A-BA4D-2B64DC566404}"/>
              </a:ext>
            </a:extLst>
          </p:cNvPr>
          <p:cNvSpPr/>
          <p:nvPr/>
        </p:nvSpPr>
        <p:spPr>
          <a:xfrm>
            <a:off x="8990762" y="6356517"/>
            <a:ext cx="452642" cy="36127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algn="ctr" defTabSz="914213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2DA8BD0-ACC2-4CDB-9B04-BE430CC3D8EC}" type="slidenum">
              <a:rPr lang="ca-ES" sz="1633">
                <a:solidFill>
                  <a:srgbClr val="000000"/>
                </a:solidFill>
                <a:latin typeface="Calibri"/>
                <a:ea typeface="MS PGothic" pitchFamily="34"/>
              </a:rPr>
              <a:pPr algn="ctr" defTabSz="914213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3</a:t>
            </a:fld>
            <a:endParaRPr lang="ca-ES" sz="1633">
              <a:solidFill>
                <a:srgbClr val="000000"/>
              </a:solidFill>
              <a:latin typeface="Calibri"/>
              <a:ea typeface="MS PGothic" pitchFamily="34"/>
            </a:endParaRPr>
          </a:p>
        </p:txBody>
      </p:sp>
      <p:cxnSp>
        <p:nvCxnSpPr>
          <p:cNvPr id="5" name="Conector recto 2">
            <a:extLst>
              <a:ext uri="{FF2B5EF4-FFF2-40B4-BE49-F238E27FC236}">
                <a16:creationId xmlns:a16="http://schemas.microsoft.com/office/drawing/2014/main" id="{DC15A95D-48F0-4844-B645-27C033C71695}"/>
              </a:ext>
            </a:extLst>
          </p:cNvPr>
          <p:cNvCxnSpPr>
            <a:cxnSpLocks/>
          </p:cNvCxnSpPr>
          <p:nvPr/>
        </p:nvCxnSpPr>
        <p:spPr>
          <a:xfrm flipH="1" flipV="1">
            <a:off x="555171" y="962678"/>
            <a:ext cx="8888234" cy="6712"/>
          </a:xfrm>
          <a:prstGeom prst="straightConnector1">
            <a:avLst/>
          </a:prstGeom>
          <a:noFill/>
          <a:ln w="31747" cap="flat">
            <a:solidFill>
              <a:srgbClr val="000000"/>
            </a:solidFill>
            <a:prstDash val="solid"/>
            <a:miter/>
          </a:ln>
        </p:spPr>
      </p:cxnSp>
      <p:sp>
        <p:nvSpPr>
          <p:cNvPr id="6" name="Forma libre: forma 7">
            <a:extLst>
              <a:ext uri="{FF2B5EF4-FFF2-40B4-BE49-F238E27FC236}">
                <a16:creationId xmlns:a16="http://schemas.microsoft.com/office/drawing/2014/main" id="{273EBB3C-E371-4DE7-9502-E477E63B4C6D}"/>
              </a:ext>
            </a:extLst>
          </p:cNvPr>
          <p:cNvSpPr/>
          <p:nvPr/>
        </p:nvSpPr>
        <p:spPr>
          <a:xfrm>
            <a:off x="275254" y="260740"/>
            <a:ext cx="1908110" cy="70865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89994" tIns="46797" rIns="89994" bIns="46797" anchor="t" anchorCtr="1" compatLnSpc="1">
            <a:spAutoFit/>
          </a:bodyPr>
          <a:lstStyle/>
          <a:p>
            <a:pPr defTabSz="914213">
              <a:spcBef>
                <a:spcPts val="1751"/>
              </a:spcBef>
              <a:tabLst>
                <a:tab pos="0" algn="l"/>
                <a:tab pos="448858" algn="l"/>
                <a:tab pos="898081" algn="l"/>
                <a:tab pos="1347304" algn="l"/>
                <a:tab pos="1796527" algn="l"/>
                <a:tab pos="2245750" algn="l"/>
                <a:tab pos="2694973" algn="l"/>
                <a:tab pos="3144195" algn="l"/>
                <a:tab pos="3593419" algn="l"/>
                <a:tab pos="4042642" algn="l"/>
                <a:tab pos="4491865" algn="l"/>
                <a:tab pos="4941080" algn="l"/>
                <a:tab pos="5390303" algn="l"/>
                <a:tab pos="5839526" algn="l"/>
                <a:tab pos="6288749" algn="l"/>
                <a:tab pos="6737971" algn="l"/>
                <a:tab pos="7187195" algn="l"/>
                <a:tab pos="7636418" algn="l"/>
                <a:tab pos="8085633" algn="l"/>
                <a:tab pos="8534864" algn="l"/>
                <a:tab pos="898408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a-ES" sz="3991" b="1" dirty="0">
                <a:solidFill>
                  <a:srgbClr val="000000"/>
                </a:solidFill>
                <a:latin typeface="Arial" pitchFamily="2"/>
                <a:ea typeface="DejaVu Sans" pitchFamily="2"/>
                <a:cs typeface="DejaVu Sans" pitchFamily="2"/>
              </a:rPr>
              <a:t>ESD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2BACFB2-987F-456D-9815-C7C51A53C678}"/>
              </a:ext>
            </a:extLst>
          </p:cNvPr>
          <p:cNvSpPr/>
          <p:nvPr/>
        </p:nvSpPr>
        <p:spPr>
          <a:xfrm>
            <a:off x="737228" y="6327717"/>
            <a:ext cx="3956069" cy="4188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1641" tIns="40816" rIns="81641" bIns="40816" anchor="t" anchorCtr="0" compatLnSpc="1">
            <a:noAutofit/>
          </a:bodyPr>
          <a:lstStyle/>
          <a:p>
            <a:pPr defTabSz="914213">
              <a:tabLst>
                <a:tab pos="407526" algn="l"/>
                <a:tab pos="815053" algn="l"/>
                <a:tab pos="1222579" algn="l"/>
                <a:tab pos="1630106" algn="l"/>
                <a:tab pos="2037632" algn="l"/>
                <a:tab pos="2445159" algn="l"/>
                <a:tab pos="2852685" algn="l"/>
                <a:tab pos="3260212" algn="l"/>
                <a:tab pos="3667738" algn="l"/>
                <a:tab pos="4075256" algn="l"/>
                <a:tab pos="4482782" algn="l"/>
                <a:tab pos="4890309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a-ES" sz="1633" b="1" dirty="0">
                <a:solidFill>
                  <a:srgbClr val="000000"/>
                </a:solidFill>
                <a:latin typeface="Arial" pitchFamily="34"/>
                <a:ea typeface="MS PGothic" pitchFamily="34"/>
                <a:cs typeface="WenQuanYi Micro Hei"/>
              </a:rPr>
              <a:t>Laboratori De Sistemes Electrònics I</a:t>
            </a:r>
          </a:p>
        </p:txBody>
      </p:sp>
      <p:pic>
        <p:nvPicPr>
          <p:cNvPr id="10" name="Picture 8" descr="Resultado de imagen de RF grup ub">
            <a:extLst>
              <a:ext uri="{FF2B5EF4-FFF2-40B4-BE49-F238E27FC236}">
                <a16:creationId xmlns:a16="http://schemas.microsoft.com/office/drawing/2014/main" id="{40D818FE-4FE4-401E-8B44-FCB850DCFB02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708340" y="134221"/>
            <a:ext cx="2642489" cy="750553"/>
          </a:xfrm>
          <a:prstGeom prst="rect">
            <a:avLst/>
          </a:prstGeom>
          <a:ln w="0">
            <a:noFill/>
          </a:ln>
        </p:spPr>
      </p:pic>
      <p:sp>
        <p:nvSpPr>
          <p:cNvPr id="8" name="Text Box 4">
            <a:extLst>
              <a:ext uri="{FF2B5EF4-FFF2-40B4-BE49-F238E27FC236}">
                <a16:creationId xmlns:a16="http://schemas.microsoft.com/office/drawing/2014/main" id="{1614F495-5F9D-46F3-954C-3766A316B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172" y="1260031"/>
            <a:ext cx="9122534" cy="2782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66336" rIns="90000" bIns="45000"/>
          <a:lstStyle>
            <a:lvl1pPr marL="215900" indent="-215900">
              <a:lnSpc>
                <a:spcPct val="93000"/>
              </a:lnSpc>
              <a:spcBef>
                <a:spcPts val="156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35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lnSpc>
                <a:spcPct val="93000"/>
              </a:lnSpc>
              <a:spcBef>
                <a:spcPts val="12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31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lnSpc>
                <a:spcPct val="93000"/>
              </a:lnSpc>
              <a:spcBef>
                <a:spcPts val="93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lnSpc>
                <a:spcPct val="93000"/>
              </a:lnSpc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lnSpc>
                <a:spcPct val="93000"/>
              </a:lnSpc>
              <a:spcBef>
                <a:spcPts val="31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457200" indent="-457200" eaLnBrk="1">
              <a:spcBef>
                <a:spcPct val="0"/>
              </a:spcBef>
              <a:spcAft>
                <a:spcPts val="1138"/>
              </a:spcAft>
              <a:buFont typeface="Wingdings" panose="05000000000000000000" pitchFamily="2" charset="2"/>
              <a:buChar char="Ø"/>
            </a:pPr>
            <a:r>
              <a:rPr lang="ca-ES" altLang="es-ES" sz="2800" b="1" i="1" dirty="0" err="1">
                <a:solidFill>
                  <a:srgbClr val="C00000"/>
                </a:solidFill>
                <a:sym typeface="Wingdings" panose="05000000000000000000" pitchFamily="2" charset="2"/>
              </a:rPr>
              <a:t>Electrostatic</a:t>
            </a:r>
            <a:r>
              <a:rPr lang="ca-ES" altLang="es-ES" sz="2800" b="1" i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ca-ES" altLang="es-ES" sz="2800" b="1" i="1" dirty="0" err="1">
                <a:solidFill>
                  <a:srgbClr val="C00000"/>
                </a:solidFill>
                <a:sym typeface="Wingdings" panose="05000000000000000000" pitchFamily="2" charset="2"/>
              </a:rPr>
              <a:t>Discharge</a:t>
            </a:r>
            <a:r>
              <a:rPr lang="ca-ES" altLang="es-ES" sz="2800" b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ca-ES" altLang="es-ES" sz="2800" dirty="0">
                <a:sym typeface="Wingdings" panose="05000000000000000000" pitchFamily="2" charset="2"/>
              </a:rPr>
              <a:t>és un fenomen ràpid i espontani de </a:t>
            </a:r>
            <a:r>
              <a:rPr lang="ca-ES" altLang="es-ES" sz="2800" b="1" dirty="0">
                <a:solidFill>
                  <a:schemeClr val="accent1"/>
                </a:solidFill>
                <a:sym typeface="Wingdings" panose="05000000000000000000" pitchFamily="2" charset="2"/>
              </a:rPr>
              <a:t>transferència de càrrega</a:t>
            </a:r>
            <a:r>
              <a:rPr lang="ca-ES" altLang="es-ES" sz="2800" b="1" dirty="0">
                <a:sym typeface="Wingdings" panose="05000000000000000000" pitchFamily="2" charset="2"/>
              </a:rPr>
              <a:t> </a:t>
            </a:r>
            <a:r>
              <a:rPr lang="ca-ES" altLang="es-ES" sz="2800" dirty="0">
                <a:sym typeface="Wingdings" panose="05000000000000000000" pitchFamily="2" charset="2"/>
              </a:rPr>
              <a:t>electroestàtica entre </a:t>
            </a:r>
            <a:r>
              <a:rPr lang="ca-ES" altLang="es-ES" sz="2800" b="1" dirty="0">
                <a:solidFill>
                  <a:schemeClr val="accent1"/>
                </a:solidFill>
                <a:sym typeface="Wingdings" panose="05000000000000000000" pitchFamily="2" charset="2"/>
              </a:rPr>
              <a:t>dos cossos amb diferents potencials</a:t>
            </a:r>
            <a:r>
              <a:rPr lang="ca-ES" altLang="es-ES" sz="2800" dirty="0">
                <a:sym typeface="Wingdings" panose="05000000000000000000" pitchFamily="2" charset="2"/>
              </a:rPr>
              <a:t>.</a:t>
            </a:r>
          </a:p>
          <a:p>
            <a:pPr marL="457200" indent="-457200" eaLnBrk="1">
              <a:spcBef>
                <a:spcPct val="0"/>
              </a:spcBef>
              <a:spcAft>
                <a:spcPts val="1138"/>
              </a:spcAft>
              <a:buFont typeface="Wingdings" panose="05000000000000000000" pitchFamily="2" charset="2"/>
              <a:buChar char="Ø"/>
            </a:pPr>
            <a:r>
              <a:rPr lang="ca-ES" altLang="es-ES" sz="2800" dirty="0">
                <a:sym typeface="Wingdings" panose="05000000000000000000" pitchFamily="2" charset="2"/>
              </a:rPr>
              <a:t>En acostar-se els dos cossos</a:t>
            </a:r>
            <a:r>
              <a:rPr lang="ca-ES" altLang="es-ES" sz="2800" dirty="0">
                <a:solidFill>
                  <a:schemeClr val="tx1"/>
                </a:solidFill>
                <a:sym typeface="Wingdings" panose="05000000000000000000" pitchFamily="2" charset="2"/>
              </a:rPr>
              <a:t>, s’eleva el camp electroestàtic fins provocar la </a:t>
            </a:r>
            <a:r>
              <a:rPr lang="ca-ES" altLang="es-ES" sz="2800" b="1" dirty="0">
                <a:solidFill>
                  <a:srgbClr val="7030A0"/>
                </a:solidFill>
                <a:sym typeface="Wingdings" panose="05000000000000000000" pitchFamily="2" charset="2"/>
              </a:rPr>
              <a:t>ruptura dielèctrica</a:t>
            </a:r>
            <a:r>
              <a:rPr lang="ca-ES" altLang="es-ES" sz="2800" dirty="0">
                <a:sym typeface="Wingdings" panose="05000000000000000000" pitchFamily="2" charset="2"/>
              </a:rPr>
              <a:t>.</a:t>
            </a:r>
            <a:endParaRPr lang="ca-ES" altLang="es-ES" sz="2800" dirty="0"/>
          </a:p>
        </p:txBody>
      </p:sp>
      <p:pic>
        <p:nvPicPr>
          <p:cNvPr id="11" name="Kép 6">
            <a:extLst>
              <a:ext uri="{FF2B5EF4-FFF2-40B4-BE49-F238E27FC236}">
                <a16:creationId xmlns:a16="http://schemas.microsoft.com/office/drawing/2014/main" id="{2B09C999-7449-4164-A69B-00913AD105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83" y="4484406"/>
            <a:ext cx="9803109" cy="128867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9F97A7D9-7F01-412A-9C70-911E96988E79}"/>
              </a:ext>
            </a:extLst>
          </p:cNvPr>
          <p:cNvSpPr txBox="1"/>
          <p:nvPr/>
        </p:nvSpPr>
        <p:spPr>
          <a:xfrm>
            <a:off x="7386626" y="5773077"/>
            <a:ext cx="23918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https://www.esda.org/</a:t>
            </a:r>
          </a:p>
        </p:txBody>
      </p:sp>
    </p:spTree>
    <p:extLst>
      <p:ext uri="{BB962C8B-B14F-4D97-AF65-F5344CB8AC3E}">
        <p14:creationId xmlns:p14="http://schemas.microsoft.com/office/powerpoint/2010/main" val="1633074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FFDEF4D7-CA83-4971-A983-950EA1D6EBAF}"/>
              </a:ext>
            </a:extLst>
          </p:cNvPr>
          <p:cNvSpPr/>
          <p:nvPr/>
        </p:nvSpPr>
        <p:spPr>
          <a:xfrm>
            <a:off x="6035883" y="6356516"/>
            <a:ext cx="2878563" cy="122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 defTabSz="914213">
              <a:tabLst>
                <a:tab pos="407526" algn="l"/>
                <a:tab pos="815053" algn="l"/>
                <a:tab pos="1222579" algn="l"/>
                <a:tab pos="1630106" algn="l"/>
                <a:tab pos="2037632" algn="l"/>
                <a:tab pos="2445159" algn="l"/>
                <a:tab pos="2852685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ca-ES" sz="1270" b="1">
              <a:solidFill>
                <a:srgbClr val="000000"/>
              </a:solidFill>
              <a:latin typeface="Arial" pitchFamily="34"/>
              <a:ea typeface="MS PGothic" pitchFamily="34"/>
              <a:cs typeface="WenQuanYi Micro Hei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48FD8E0-CE93-494A-BA4D-2B64DC566404}"/>
              </a:ext>
            </a:extLst>
          </p:cNvPr>
          <p:cNvSpPr/>
          <p:nvPr/>
        </p:nvSpPr>
        <p:spPr>
          <a:xfrm>
            <a:off x="8990762" y="6356517"/>
            <a:ext cx="452642" cy="36127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algn="ctr" defTabSz="914213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2DA8BD0-ACC2-4CDB-9B04-BE430CC3D8EC}" type="slidenum">
              <a:rPr lang="ca-ES" sz="1633">
                <a:solidFill>
                  <a:srgbClr val="000000"/>
                </a:solidFill>
                <a:latin typeface="Calibri"/>
                <a:ea typeface="MS PGothic" pitchFamily="34"/>
              </a:rPr>
              <a:pPr algn="ctr" defTabSz="914213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4</a:t>
            </a:fld>
            <a:endParaRPr lang="ca-ES" sz="1633">
              <a:solidFill>
                <a:srgbClr val="000000"/>
              </a:solidFill>
              <a:latin typeface="Calibri"/>
              <a:ea typeface="MS PGothic" pitchFamily="34"/>
            </a:endParaRPr>
          </a:p>
        </p:txBody>
      </p:sp>
      <p:cxnSp>
        <p:nvCxnSpPr>
          <p:cNvPr id="5" name="Conector recto 2">
            <a:extLst>
              <a:ext uri="{FF2B5EF4-FFF2-40B4-BE49-F238E27FC236}">
                <a16:creationId xmlns:a16="http://schemas.microsoft.com/office/drawing/2014/main" id="{DC15A95D-48F0-4844-B645-27C033C71695}"/>
              </a:ext>
            </a:extLst>
          </p:cNvPr>
          <p:cNvCxnSpPr>
            <a:cxnSpLocks/>
          </p:cNvCxnSpPr>
          <p:nvPr/>
        </p:nvCxnSpPr>
        <p:spPr>
          <a:xfrm flipH="1" flipV="1">
            <a:off x="555171" y="962678"/>
            <a:ext cx="8888234" cy="6712"/>
          </a:xfrm>
          <a:prstGeom prst="straightConnector1">
            <a:avLst/>
          </a:prstGeom>
          <a:noFill/>
          <a:ln w="31747" cap="flat">
            <a:solidFill>
              <a:srgbClr val="000000"/>
            </a:solidFill>
            <a:prstDash val="solid"/>
            <a:miter/>
          </a:ln>
        </p:spPr>
      </p:cxnSp>
      <p:sp>
        <p:nvSpPr>
          <p:cNvPr id="6" name="Forma libre: forma 7">
            <a:extLst>
              <a:ext uri="{FF2B5EF4-FFF2-40B4-BE49-F238E27FC236}">
                <a16:creationId xmlns:a16="http://schemas.microsoft.com/office/drawing/2014/main" id="{273EBB3C-E371-4DE7-9502-E477E63B4C6D}"/>
              </a:ext>
            </a:extLst>
          </p:cNvPr>
          <p:cNvSpPr/>
          <p:nvPr/>
        </p:nvSpPr>
        <p:spPr>
          <a:xfrm>
            <a:off x="275254" y="260740"/>
            <a:ext cx="1908110" cy="70865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89994" tIns="46797" rIns="89994" bIns="46797" anchor="t" anchorCtr="1" compatLnSpc="1">
            <a:spAutoFit/>
          </a:bodyPr>
          <a:lstStyle/>
          <a:p>
            <a:pPr defTabSz="914213">
              <a:spcBef>
                <a:spcPts val="1751"/>
              </a:spcBef>
              <a:tabLst>
                <a:tab pos="0" algn="l"/>
                <a:tab pos="448858" algn="l"/>
                <a:tab pos="898081" algn="l"/>
                <a:tab pos="1347304" algn="l"/>
                <a:tab pos="1796527" algn="l"/>
                <a:tab pos="2245750" algn="l"/>
                <a:tab pos="2694973" algn="l"/>
                <a:tab pos="3144195" algn="l"/>
                <a:tab pos="3593419" algn="l"/>
                <a:tab pos="4042642" algn="l"/>
                <a:tab pos="4491865" algn="l"/>
                <a:tab pos="4941080" algn="l"/>
                <a:tab pos="5390303" algn="l"/>
                <a:tab pos="5839526" algn="l"/>
                <a:tab pos="6288749" algn="l"/>
                <a:tab pos="6737971" algn="l"/>
                <a:tab pos="7187195" algn="l"/>
                <a:tab pos="7636418" algn="l"/>
                <a:tab pos="8085633" algn="l"/>
                <a:tab pos="8534864" algn="l"/>
                <a:tab pos="898408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a-ES" sz="3991" b="1" dirty="0">
                <a:solidFill>
                  <a:srgbClr val="000000"/>
                </a:solidFill>
                <a:latin typeface="Arial" pitchFamily="2"/>
                <a:ea typeface="DejaVu Sans" pitchFamily="2"/>
                <a:cs typeface="DejaVu Sans" pitchFamily="2"/>
              </a:rPr>
              <a:t>ESD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2BACFB2-987F-456D-9815-C7C51A53C678}"/>
              </a:ext>
            </a:extLst>
          </p:cNvPr>
          <p:cNvSpPr/>
          <p:nvPr/>
        </p:nvSpPr>
        <p:spPr>
          <a:xfrm>
            <a:off x="737228" y="6327717"/>
            <a:ext cx="3956069" cy="4188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1641" tIns="40816" rIns="81641" bIns="40816" anchor="t" anchorCtr="0" compatLnSpc="1">
            <a:noAutofit/>
          </a:bodyPr>
          <a:lstStyle/>
          <a:p>
            <a:pPr defTabSz="914213">
              <a:tabLst>
                <a:tab pos="407526" algn="l"/>
                <a:tab pos="815053" algn="l"/>
                <a:tab pos="1222579" algn="l"/>
                <a:tab pos="1630106" algn="l"/>
                <a:tab pos="2037632" algn="l"/>
                <a:tab pos="2445159" algn="l"/>
                <a:tab pos="2852685" algn="l"/>
                <a:tab pos="3260212" algn="l"/>
                <a:tab pos="3667738" algn="l"/>
                <a:tab pos="4075256" algn="l"/>
                <a:tab pos="4482782" algn="l"/>
                <a:tab pos="4890309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a-ES" sz="1633" b="1" dirty="0">
                <a:solidFill>
                  <a:srgbClr val="000000"/>
                </a:solidFill>
                <a:latin typeface="Arial" pitchFamily="34"/>
                <a:ea typeface="MS PGothic" pitchFamily="34"/>
                <a:cs typeface="WenQuanYi Micro Hei"/>
              </a:rPr>
              <a:t>Laboratori De Sistemes Electrònics I</a:t>
            </a:r>
          </a:p>
        </p:txBody>
      </p:sp>
      <p:pic>
        <p:nvPicPr>
          <p:cNvPr id="10" name="Picture 8" descr="Resultado de imagen de RF grup ub">
            <a:extLst>
              <a:ext uri="{FF2B5EF4-FFF2-40B4-BE49-F238E27FC236}">
                <a16:creationId xmlns:a16="http://schemas.microsoft.com/office/drawing/2014/main" id="{40D818FE-4FE4-401E-8B44-FCB850DCFB02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708340" y="134221"/>
            <a:ext cx="2642489" cy="750553"/>
          </a:xfrm>
          <a:prstGeom prst="rect">
            <a:avLst/>
          </a:prstGeom>
          <a:ln w="0">
            <a:noFill/>
          </a:ln>
        </p:spPr>
      </p:pic>
      <p:sp>
        <p:nvSpPr>
          <p:cNvPr id="8" name="Text Box 4">
            <a:extLst>
              <a:ext uri="{FF2B5EF4-FFF2-40B4-BE49-F238E27FC236}">
                <a16:creationId xmlns:a16="http://schemas.microsoft.com/office/drawing/2014/main" id="{1614F495-5F9D-46F3-954C-3766A316B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172" y="1260031"/>
            <a:ext cx="9122534" cy="1429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66336" rIns="90000" bIns="45000"/>
          <a:lstStyle>
            <a:lvl1pPr marL="215900" indent="-215900">
              <a:lnSpc>
                <a:spcPct val="93000"/>
              </a:lnSpc>
              <a:spcBef>
                <a:spcPts val="156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35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lnSpc>
                <a:spcPct val="93000"/>
              </a:lnSpc>
              <a:spcBef>
                <a:spcPts val="12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31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lnSpc>
                <a:spcPct val="93000"/>
              </a:lnSpc>
              <a:spcBef>
                <a:spcPts val="93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lnSpc>
                <a:spcPct val="93000"/>
              </a:lnSpc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lnSpc>
                <a:spcPct val="93000"/>
              </a:lnSpc>
              <a:spcBef>
                <a:spcPts val="31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457200" indent="-457200" eaLnBrk="1">
              <a:spcBef>
                <a:spcPct val="0"/>
              </a:spcBef>
              <a:spcAft>
                <a:spcPts val="1138"/>
              </a:spcAft>
              <a:buFont typeface="Wingdings" panose="05000000000000000000" pitchFamily="2" charset="2"/>
              <a:buChar char="Ø"/>
            </a:pPr>
            <a:r>
              <a:rPr lang="ca-ES" altLang="es-ES" sz="2800" dirty="0">
                <a:solidFill>
                  <a:schemeClr val="tx1"/>
                </a:solidFill>
                <a:sym typeface="Wingdings" panose="05000000000000000000" pitchFamily="2" charset="2"/>
              </a:rPr>
              <a:t>L’ESD pertany a un conjunt més ampli de fenòmens no desitjats que posen en risc el funcionament dels sistemes electrònics: </a:t>
            </a:r>
            <a:r>
              <a:rPr lang="ca-ES" altLang="es-ES" sz="2800" b="1" i="1" dirty="0" err="1">
                <a:solidFill>
                  <a:srgbClr val="C00000"/>
                </a:solidFill>
                <a:sym typeface="Wingdings" panose="05000000000000000000" pitchFamily="2" charset="2"/>
              </a:rPr>
              <a:t>Electrical</a:t>
            </a:r>
            <a:r>
              <a:rPr lang="ca-ES" altLang="es-ES" sz="2800" b="1" i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ca-ES" altLang="es-ES" sz="2800" b="1" i="1" dirty="0" err="1">
                <a:solidFill>
                  <a:srgbClr val="C00000"/>
                </a:solidFill>
                <a:sym typeface="Wingdings" panose="05000000000000000000" pitchFamily="2" charset="2"/>
              </a:rPr>
              <a:t>OverStress</a:t>
            </a:r>
            <a:r>
              <a:rPr lang="ca-ES" altLang="es-ES" sz="2800" b="1" i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ca-ES" altLang="es-ES" sz="2800" dirty="0">
                <a:solidFill>
                  <a:schemeClr val="tx1"/>
                </a:solidFill>
                <a:sym typeface="Wingdings" panose="05000000000000000000" pitchFamily="2" charset="2"/>
              </a:rPr>
              <a:t>(EOS).</a:t>
            </a:r>
            <a:endParaRPr lang="ca-ES" altLang="es-ES" sz="2800" dirty="0"/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A3FD169C-7BE4-4A15-BC30-ADDC0E801D82}"/>
              </a:ext>
            </a:extLst>
          </p:cNvPr>
          <p:cNvSpPr/>
          <p:nvPr/>
        </p:nvSpPr>
        <p:spPr>
          <a:xfrm>
            <a:off x="4211217" y="2842727"/>
            <a:ext cx="1511559" cy="76511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EOS General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AD2A2068-587E-4C7E-AFB6-2D6DF8966D26}"/>
              </a:ext>
            </a:extLst>
          </p:cNvPr>
          <p:cNvSpPr/>
          <p:nvPr/>
        </p:nvSpPr>
        <p:spPr>
          <a:xfrm>
            <a:off x="555170" y="4033934"/>
            <a:ext cx="2763419" cy="20682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ESD</a:t>
            </a:r>
          </a:p>
          <a:p>
            <a:r>
              <a:rPr lang="en-GB" dirty="0">
                <a:solidFill>
                  <a:schemeClr val="tx1"/>
                </a:solidFill>
              </a:rPr>
              <a:t>“Alta” </a:t>
            </a:r>
            <a:r>
              <a:rPr lang="en-GB" dirty="0" err="1">
                <a:solidFill>
                  <a:schemeClr val="tx1"/>
                </a:solidFill>
              </a:rPr>
              <a:t>tensió</a:t>
            </a:r>
            <a:r>
              <a:rPr lang="en-GB" dirty="0">
                <a:solidFill>
                  <a:schemeClr val="tx1"/>
                </a:solidFill>
              </a:rPr>
              <a:t>: </a:t>
            </a:r>
            <a:r>
              <a:rPr lang="en-GB" b="1" dirty="0">
                <a:solidFill>
                  <a:srgbClr val="C00000"/>
                </a:solidFill>
              </a:rPr>
              <a:t>10 V-15 KV</a:t>
            </a:r>
          </a:p>
          <a:p>
            <a:r>
              <a:rPr lang="en-GB" dirty="0" err="1">
                <a:solidFill>
                  <a:schemeClr val="tx1"/>
                </a:solidFill>
              </a:rPr>
              <a:t>Duració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curta</a:t>
            </a:r>
            <a:r>
              <a:rPr lang="en-GB" dirty="0">
                <a:solidFill>
                  <a:schemeClr val="tx1"/>
                </a:solidFill>
              </a:rPr>
              <a:t> (</a:t>
            </a:r>
            <a:r>
              <a:rPr lang="el-G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GB" dirty="0">
                <a:solidFill>
                  <a:schemeClr val="tx1"/>
                </a:solidFill>
              </a:rPr>
              <a:t>)</a:t>
            </a:r>
          </a:p>
          <a:p>
            <a:r>
              <a:rPr lang="en-GB" dirty="0" err="1">
                <a:solidFill>
                  <a:schemeClr val="tx1"/>
                </a:solidFill>
              </a:rPr>
              <a:t>Energia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baixa</a:t>
            </a:r>
            <a:endParaRPr lang="en-GB" dirty="0">
              <a:solidFill>
                <a:schemeClr val="tx1"/>
              </a:solidFill>
            </a:endParaRPr>
          </a:p>
          <a:p>
            <a:r>
              <a:rPr lang="en-GB" dirty="0" err="1">
                <a:solidFill>
                  <a:schemeClr val="tx1"/>
                </a:solidFill>
              </a:rPr>
              <a:t>Corrent</a:t>
            </a:r>
            <a:r>
              <a:rPr lang="en-GB" dirty="0">
                <a:solidFill>
                  <a:schemeClr val="tx1"/>
                </a:solidFill>
              </a:rPr>
              <a:t> pic </a:t>
            </a:r>
            <a:r>
              <a:rPr lang="en-GB" dirty="0" err="1">
                <a:solidFill>
                  <a:schemeClr val="tx1"/>
                </a:solidFill>
              </a:rPr>
              <a:t>elevat</a:t>
            </a:r>
            <a:endParaRPr lang="en-GB" dirty="0">
              <a:solidFill>
                <a:schemeClr val="tx1"/>
              </a:solidFill>
            </a:endParaRPr>
          </a:p>
          <a:p>
            <a:r>
              <a:rPr lang="en-GB" dirty="0" err="1">
                <a:solidFill>
                  <a:schemeClr val="tx1"/>
                </a:solidFill>
              </a:rPr>
              <a:t>T</a:t>
            </a:r>
            <a:r>
              <a:rPr lang="en-GB" baseline="-25000" dirty="0" err="1">
                <a:solidFill>
                  <a:schemeClr val="tx1"/>
                </a:solidFill>
              </a:rPr>
              <a:t>rise</a:t>
            </a:r>
            <a:r>
              <a:rPr lang="en-GB" dirty="0">
                <a:solidFill>
                  <a:schemeClr val="tx1"/>
                </a:solidFill>
              </a:rPr>
              <a:t> curt (1 ns)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50449CD2-8723-43A7-BC29-943401ED0C2F}"/>
              </a:ext>
            </a:extLst>
          </p:cNvPr>
          <p:cNvSpPr/>
          <p:nvPr/>
        </p:nvSpPr>
        <p:spPr>
          <a:xfrm>
            <a:off x="3704253" y="4033934"/>
            <a:ext cx="2511490" cy="156403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EOS </a:t>
            </a:r>
            <a:r>
              <a:rPr lang="en-GB" b="1" dirty="0" err="1">
                <a:solidFill>
                  <a:schemeClr val="tx1"/>
                </a:solidFill>
              </a:rPr>
              <a:t>Específic</a:t>
            </a:r>
            <a:endParaRPr lang="en-GB" b="1" dirty="0">
              <a:solidFill>
                <a:schemeClr val="tx1"/>
              </a:solidFill>
            </a:endParaRPr>
          </a:p>
          <a:p>
            <a:r>
              <a:rPr lang="en-GB" dirty="0" err="1">
                <a:solidFill>
                  <a:schemeClr val="tx1"/>
                </a:solidFill>
              </a:rPr>
              <a:t>Tensió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baixa</a:t>
            </a:r>
            <a:r>
              <a:rPr lang="en-GB" dirty="0">
                <a:solidFill>
                  <a:schemeClr val="tx1"/>
                </a:solidFill>
              </a:rPr>
              <a:t> ( &lt; 16 V)</a:t>
            </a:r>
          </a:p>
          <a:p>
            <a:r>
              <a:rPr lang="en-GB" dirty="0" err="1">
                <a:solidFill>
                  <a:schemeClr val="tx1"/>
                </a:solidFill>
              </a:rPr>
              <a:t>Duració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llarga</a:t>
            </a:r>
            <a:r>
              <a:rPr lang="en-GB" dirty="0">
                <a:solidFill>
                  <a:schemeClr val="tx1"/>
                </a:solidFill>
              </a:rPr>
              <a:t> (&gt; 1 </a:t>
            </a:r>
            <a:r>
              <a:rPr lang="en-GB" dirty="0" err="1">
                <a:solidFill>
                  <a:schemeClr val="tx1"/>
                </a:solidFill>
              </a:rPr>
              <a:t>ms</a:t>
            </a:r>
            <a:r>
              <a:rPr lang="en-GB" dirty="0">
                <a:solidFill>
                  <a:schemeClr val="tx1"/>
                </a:solidFill>
              </a:rPr>
              <a:t>)</a:t>
            </a:r>
          </a:p>
          <a:p>
            <a:r>
              <a:rPr lang="en-GB" dirty="0" err="1">
                <a:solidFill>
                  <a:schemeClr val="tx1"/>
                </a:solidFill>
              </a:rPr>
              <a:t>Potència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baixa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538A4CE6-DF66-4D06-9404-1FE5B2CF1330}"/>
              </a:ext>
            </a:extLst>
          </p:cNvPr>
          <p:cNvSpPr/>
          <p:nvPr/>
        </p:nvSpPr>
        <p:spPr>
          <a:xfrm>
            <a:off x="6587411" y="4033933"/>
            <a:ext cx="2878563" cy="156403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b="1" dirty="0" err="1">
                <a:solidFill>
                  <a:schemeClr val="tx1"/>
                </a:solidFill>
              </a:rPr>
              <a:t>Llamps</a:t>
            </a:r>
            <a:endParaRPr lang="en-GB" b="1" dirty="0">
              <a:solidFill>
                <a:schemeClr val="tx1"/>
              </a:solidFill>
            </a:endParaRPr>
          </a:p>
          <a:p>
            <a:r>
              <a:rPr lang="en-GB" dirty="0" err="1">
                <a:solidFill>
                  <a:schemeClr val="tx1"/>
                </a:solidFill>
              </a:rPr>
              <a:t>Molt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alta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tensió</a:t>
            </a:r>
            <a:r>
              <a:rPr lang="en-GB" dirty="0">
                <a:solidFill>
                  <a:schemeClr val="tx1"/>
                </a:solidFill>
              </a:rPr>
              <a:t> (&gt; 100 KV)</a:t>
            </a:r>
          </a:p>
          <a:p>
            <a:r>
              <a:rPr lang="en-GB" dirty="0" err="1">
                <a:solidFill>
                  <a:schemeClr val="tx1"/>
                </a:solidFill>
              </a:rPr>
              <a:t>Corrents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molt</a:t>
            </a:r>
            <a:r>
              <a:rPr lang="en-GB" dirty="0">
                <a:solidFill>
                  <a:schemeClr val="tx1"/>
                </a:solidFill>
              </a:rPr>
              <a:t> alts (&gt; 1 KA)</a:t>
            </a:r>
          </a:p>
          <a:p>
            <a:r>
              <a:rPr lang="en-GB" dirty="0" err="1">
                <a:solidFill>
                  <a:schemeClr val="tx1"/>
                </a:solidFill>
              </a:rPr>
              <a:t>Potència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molt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alta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23" name="Conector: angular 22">
            <a:extLst>
              <a:ext uri="{FF2B5EF4-FFF2-40B4-BE49-F238E27FC236}">
                <a16:creationId xmlns:a16="http://schemas.microsoft.com/office/drawing/2014/main" id="{C263C70A-76EB-4E3A-931B-18A5E1EDE045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 rot="5400000">
            <a:off x="3238891" y="2305827"/>
            <a:ext cx="426097" cy="303011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: angular 24">
            <a:extLst>
              <a:ext uri="{FF2B5EF4-FFF2-40B4-BE49-F238E27FC236}">
                <a16:creationId xmlns:a16="http://schemas.microsoft.com/office/drawing/2014/main" id="{A70BE24A-0D9D-4E56-917F-2542280FB760}"/>
              </a:ext>
            </a:extLst>
          </p:cNvPr>
          <p:cNvCxnSpPr>
            <a:cxnSpLocks/>
            <a:stCxn id="2" idx="2"/>
            <a:endCxn id="14" idx="0"/>
          </p:cNvCxnSpPr>
          <p:nvPr/>
        </p:nvCxnSpPr>
        <p:spPr>
          <a:xfrm rot="16200000" flipH="1">
            <a:off x="6283797" y="2291037"/>
            <a:ext cx="426096" cy="305969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5F9C3037-763D-4E42-9591-6CB53F6B60D0}"/>
              </a:ext>
            </a:extLst>
          </p:cNvPr>
          <p:cNvCxnSpPr>
            <a:cxnSpLocks/>
            <a:stCxn id="2" idx="2"/>
            <a:endCxn id="13" idx="0"/>
          </p:cNvCxnSpPr>
          <p:nvPr/>
        </p:nvCxnSpPr>
        <p:spPr>
          <a:xfrm flipH="1">
            <a:off x="4959998" y="3607837"/>
            <a:ext cx="6999" cy="426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6998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FFDEF4D7-CA83-4971-A983-950EA1D6EBAF}"/>
              </a:ext>
            </a:extLst>
          </p:cNvPr>
          <p:cNvSpPr/>
          <p:nvPr/>
        </p:nvSpPr>
        <p:spPr>
          <a:xfrm>
            <a:off x="6035883" y="6356516"/>
            <a:ext cx="2878563" cy="122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 defTabSz="914213">
              <a:tabLst>
                <a:tab pos="407526" algn="l"/>
                <a:tab pos="815053" algn="l"/>
                <a:tab pos="1222579" algn="l"/>
                <a:tab pos="1630106" algn="l"/>
                <a:tab pos="2037632" algn="l"/>
                <a:tab pos="2445159" algn="l"/>
                <a:tab pos="2852685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ca-ES" sz="1270" b="1">
              <a:solidFill>
                <a:srgbClr val="000000"/>
              </a:solidFill>
              <a:latin typeface="Arial" pitchFamily="34"/>
              <a:ea typeface="MS PGothic" pitchFamily="34"/>
              <a:cs typeface="WenQuanYi Micro Hei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48FD8E0-CE93-494A-BA4D-2B64DC566404}"/>
              </a:ext>
            </a:extLst>
          </p:cNvPr>
          <p:cNvSpPr/>
          <p:nvPr/>
        </p:nvSpPr>
        <p:spPr>
          <a:xfrm>
            <a:off x="8990762" y="6356517"/>
            <a:ext cx="452642" cy="36127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algn="ctr" defTabSz="914213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2DA8BD0-ACC2-4CDB-9B04-BE430CC3D8EC}" type="slidenum">
              <a:rPr lang="ca-ES" sz="1633">
                <a:solidFill>
                  <a:srgbClr val="000000"/>
                </a:solidFill>
                <a:latin typeface="Calibri"/>
                <a:ea typeface="MS PGothic" pitchFamily="34"/>
              </a:rPr>
              <a:pPr algn="ctr" defTabSz="914213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5</a:t>
            </a:fld>
            <a:endParaRPr lang="ca-ES" sz="1633">
              <a:solidFill>
                <a:srgbClr val="000000"/>
              </a:solidFill>
              <a:latin typeface="Calibri"/>
              <a:ea typeface="MS PGothic" pitchFamily="34"/>
            </a:endParaRPr>
          </a:p>
        </p:txBody>
      </p:sp>
      <p:cxnSp>
        <p:nvCxnSpPr>
          <p:cNvPr id="5" name="Conector recto 2">
            <a:extLst>
              <a:ext uri="{FF2B5EF4-FFF2-40B4-BE49-F238E27FC236}">
                <a16:creationId xmlns:a16="http://schemas.microsoft.com/office/drawing/2014/main" id="{DC15A95D-48F0-4844-B645-27C033C71695}"/>
              </a:ext>
            </a:extLst>
          </p:cNvPr>
          <p:cNvCxnSpPr>
            <a:cxnSpLocks/>
          </p:cNvCxnSpPr>
          <p:nvPr/>
        </p:nvCxnSpPr>
        <p:spPr>
          <a:xfrm flipH="1" flipV="1">
            <a:off x="555171" y="1009332"/>
            <a:ext cx="8888234" cy="6712"/>
          </a:xfrm>
          <a:prstGeom prst="straightConnector1">
            <a:avLst/>
          </a:prstGeom>
          <a:noFill/>
          <a:ln w="31747" cap="flat">
            <a:solidFill>
              <a:srgbClr val="000000"/>
            </a:solidFill>
            <a:prstDash val="solid"/>
            <a:miter/>
          </a:ln>
        </p:spPr>
      </p:cxnSp>
      <p:sp>
        <p:nvSpPr>
          <p:cNvPr id="6" name="Forma libre: forma 7">
            <a:extLst>
              <a:ext uri="{FF2B5EF4-FFF2-40B4-BE49-F238E27FC236}">
                <a16:creationId xmlns:a16="http://schemas.microsoft.com/office/drawing/2014/main" id="{273EBB3C-E371-4DE7-9502-E477E63B4C6D}"/>
              </a:ext>
            </a:extLst>
          </p:cNvPr>
          <p:cNvSpPr/>
          <p:nvPr/>
        </p:nvSpPr>
        <p:spPr>
          <a:xfrm>
            <a:off x="462595" y="307394"/>
            <a:ext cx="6116216" cy="70865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89994" tIns="46797" rIns="89994" bIns="46797" anchor="t" anchorCtr="1" compatLnSpc="1">
            <a:spAutoFit/>
          </a:bodyPr>
          <a:lstStyle/>
          <a:p>
            <a:pPr defTabSz="914213">
              <a:spcBef>
                <a:spcPts val="1751"/>
              </a:spcBef>
              <a:tabLst>
                <a:tab pos="0" algn="l"/>
                <a:tab pos="448858" algn="l"/>
                <a:tab pos="898081" algn="l"/>
                <a:tab pos="1347304" algn="l"/>
                <a:tab pos="1796527" algn="l"/>
                <a:tab pos="2245750" algn="l"/>
                <a:tab pos="2694973" algn="l"/>
                <a:tab pos="3144195" algn="l"/>
                <a:tab pos="3593419" algn="l"/>
                <a:tab pos="4042642" algn="l"/>
                <a:tab pos="4491865" algn="l"/>
                <a:tab pos="4941080" algn="l"/>
                <a:tab pos="5390303" algn="l"/>
                <a:tab pos="5839526" algn="l"/>
                <a:tab pos="6288749" algn="l"/>
                <a:tab pos="6737971" algn="l"/>
                <a:tab pos="7187195" algn="l"/>
                <a:tab pos="7636418" algn="l"/>
                <a:tab pos="8085633" algn="l"/>
                <a:tab pos="8534864" algn="l"/>
                <a:tab pos="898408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a-ES" sz="3991" b="1" dirty="0">
                <a:solidFill>
                  <a:srgbClr val="000000"/>
                </a:solidFill>
                <a:latin typeface="Arial" pitchFamily="2"/>
                <a:ea typeface="DejaVu Sans" pitchFamily="2"/>
                <a:cs typeface="DejaVu Sans" pitchFamily="2"/>
              </a:rPr>
              <a:t>ESD: impacte industrial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2BACFB2-987F-456D-9815-C7C51A53C678}"/>
              </a:ext>
            </a:extLst>
          </p:cNvPr>
          <p:cNvSpPr/>
          <p:nvPr/>
        </p:nvSpPr>
        <p:spPr>
          <a:xfrm>
            <a:off x="737228" y="6327717"/>
            <a:ext cx="3956069" cy="4188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1641" tIns="40816" rIns="81641" bIns="40816" anchor="t" anchorCtr="0" compatLnSpc="1">
            <a:noAutofit/>
          </a:bodyPr>
          <a:lstStyle/>
          <a:p>
            <a:pPr defTabSz="914213">
              <a:tabLst>
                <a:tab pos="407526" algn="l"/>
                <a:tab pos="815053" algn="l"/>
                <a:tab pos="1222579" algn="l"/>
                <a:tab pos="1630106" algn="l"/>
                <a:tab pos="2037632" algn="l"/>
                <a:tab pos="2445159" algn="l"/>
                <a:tab pos="2852685" algn="l"/>
                <a:tab pos="3260212" algn="l"/>
                <a:tab pos="3667738" algn="l"/>
                <a:tab pos="4075256" algn="l"/>
                <a:tab pos="4482782" algn="l"/>
                <a:tab pos="4890309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a-ES" sz="1633" b="1" dirty="0">
                <a:solidFill>
                  <a:srgbClr val="000000"/>
                </a:solidFill>
                <a:latin typeface="Arial" pitchFamily="34"/>
                <a:ea typeface="MS PGothic" pitchFamily="34"/>
                <a:cs typeface="WenQuanYi Micro Hei"/>
              </a:rPr>
              <a:t>Laboratori De Sistemes Electrònics I</a:t>
            </a:r>
          </a:p>
        </p:txBody>
      </p:sp>
      <p:pic>
        <p:nvPicPr>
          <p:cNvPr id="10" name="Picture 8" descr="Resultado de imagen de RF grup ub">
            <a:extLst>
              <a:ext uri="{FF2B5EF4-FFF2-40B4-BE49-F238E27FC236}">
                <a16:creationId xmlns:a16="http://schemas.microsoft.com/office/drawing/2014/main" id="{40D818FE-4FE4-401E-8B44-FCB850DCFB02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708340" y="134221"/>
            <a:ext cx="2642489" cy="750553"/>
          </a:xfrm>
          <a:prstGeom prst="rect">
            <a:avLst/>
          </a:prstGeom>
          <a:ln w="0">
            <a:noFill/>
          </a:ln>
        </p:spPr>
      </p:pic>
      <p:sp>
        <p:nvSpPr>
          <p:cNvPr id="8" name="Text Box 4">
            <a:extLst>
              <a:ext uri="{FF2B5EF4-FFF2-40B4-BE49-F238E27FC236}">
                <a16:creationId xmlns:a16="http://schemas.microsoft.com/office/drawing/2014/main" id="{1614F495-5F9D-46F3-954C-3766A316B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172" y="1260031"/>
            <a:ext cx="9122534" cy="103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66336" rIns="90000" bIns="45000"/>
          <a:lstStyle>
            <a:lvl1pPr marL="215900" indent="-215900">
              <a:lnSpc>
                <a:spcPct val="93000"/>
              </a:lnSpc>
              <a:spcBef>
                <a:spcPts val="156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35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lnSpc>
                <a:spcPct val="93000"/>
              </a:lnSpc>
              <a:spcBef>
                <a:spcPts val="12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31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lnSpc>
                <a:spcPct val="93000"/>
              </a:lnSpc>
              <a:spcBef>
                <a:spcPts val="93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lnSpc>
                <a:spcPct val="93000"/>
              </a:lnSpc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lnSpc>
                <a:spcPct val="93000"/>
              </a:lnSpc>
              <a:spcBef>
                <a:spcPts val="31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457200" indent="-457200" eaLnBrk="1">
              <a:spcBef>
                <a:spcPct val="0"/>
              </a:spcBef>
              <a:spcAft>
                <a:spcPts val="1138"/>
              </a:spcAft>
              <a:buFont typeface="Wingdings" panose="05000000000000000000" pitchFamily="2" charset="2"/>
              <a:buChar char="Ø"/>
            </a:pPr>
            <a:r>
              <a:rPr lang="ca-ES" altLang="es-ES" sz="2800" dirty="0">
                <a:solidFill>
                  <a:schemeClr val="tx1"/>
                </a:solidFill>
                <a:sym typeface="Wingdings" panose="05000000000000000000" pitchFamily="2" charset="2"/>
              </a:rPr>
              <a:t>Si no es té en compte, pot arruïnar qualsevol indústria electrònica.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247149B-0180-4D25-81CD-9A4D380A01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3064" y="2202025"/>
            <a:ext cx="6160465" cy="3909526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462A7E1F-C18B-477F-B09E-11625AAA0D31}"/>
              </a:ext>
            </a:extLst>
          </p:cNvPr>
          <p:cNvSpPr txBox="1"/>
          <p:nvPr/>
        </p:nvSpPr>
        <p:spPr>
          <a:xfrm>
            <a:off x="4806091" y="5355907"/>
            <a:ext cx="4637313" cy="848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>
              <a:spcBef>
                <a:spcPct val="0"/>
              </a:spcBef>
              <a:spcAft>
                <a:spcPts val="1138"/>
              </a:spcAft>
            </a:pPr>
            <a:r>
              <a:rPr lang="ca-ES" altLang="es-E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Cost anual estimat de pèrdues </a:t>
            </a:r>
            <a:r>
              <a:rPr lang="ca-ES" altLang="es-E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~10</a:t>
            </a:r>
            <a:r>
              <a:rPr lang="ca-ES" altLang="es-ES" sz="2000" baseline="30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9</a:t>
            </a:r>
            <a:r>
              <a:rPr lang="ca-ES" altLang="es-E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€</a:t>
            </a:r>
          </a:p>
          <a:p>
            <a:pPr marL="0" indent="0" eaLnBrk="1">
              <a:spcBef>
                <a:spcPct val="0"/>
              </a:spcBef>
              <a:spcAft>
                <a:spcPts val="1138"/>
              </a:spcAft>
            </a:pPr>
            <a:r>
              <a:rPr lang="ca-ES" altLang="es-E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El nostre cost (LSE1+LSE2)  10</a:t>
            </a:r>
            <a:r>
              <a:rPr lang="ca-ES" altLang="es-ES" sz="2000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3</a:t>
            </a:r>
            <a:r>
              <a:rPr lang="ca-ES" altLang="es-E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€</a:t>
            </a:r>
            <a:endParaRPr lang="ca-ES" alt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8E08F3F6-1870-4B43-A2A5-9CF6562803A1}"/>
              </a:ext>
            </a:extLst>
          </p:cNvPr>
          <p:cNvSpPr/>
          <p:nvPr/>
        </p:nvSpPr>
        <p:spPr>
          <a:xfrm>
            <a:off x="2715262" y="3722914"/>
            <a:ext cx="1660795" cy="2388637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8257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FFDEF4D7-CA83-4971-A983-950EA1D6EBAF}"/>
              </a:ext>
            </a:extLst>
          </p:cNvPr>
          <p:cNvSpPr/>
          <p:nvPr/>
        </p:nvSpPr>
        <p:spPr>
          <a:xfrm>
            <a:off x="6035883" y="6356516"/>
            <a:ext cx="2878563" cy="122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 defTabSz="914213">
              <a:tabLst>
                <a:tab pos="407526" algn="l"/>
                <a:tab pos="815053" algn="l"/>
                <a:tab pos="1222579" algn="l"/>
                <a:tab pos="1630106" algn="l"/>
                <a:tab pos="2037632" algn="l"/>
                <a:tab pos="2445159" algn="l"/>
                <a:tab pos="2852685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ca-ES" sz="1270" b="1">
              <a:solidFill>
                <a:srgbClr val="000000"/>
              </a:solidFill>
              <a:latin typeface="Arial" pitchFamily="34"/>
              <a:ea typeface="MS PGothic" pitchFamily="34"/>
              <a:cs typeface="WenQuanYi Micro Hei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48FD8E0-CE93-494A-BA4D-2B64DC566404}"/>
              </a:ext>
            </a:extLst>
          </p:cNvPr>
          <p:cNvSpPr/>
          <p:nvPr/>
        </p:nvSpPr>
        <p:spPr>
          <a:xfrm>
            <a:off x="8990762" y="6356517"/>
            <a:ext cx="452642" cy="36127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algn="ctr" defTabSz="914213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2DA8BD0-ACC2-4CDB-9B04-BE430CC3D8EC}" type="slidenum">
              <a:rPr lang="ca-ES" sz="1633">
                <a:solidFill>
                  <a:srgbClr val="000000"/>
                </a:solidFill>
                <a:latin typeface="Calibri"/>
                <a:ea typeface="MS PGothic" pitchFamily="34"/>
              </a:rPr>
              <a:pPr algn="ctr" defTabSz="914213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6</a:t>
            </a:fld>
            <a:endParaRPr lang="ca-ES" sz="1633">
              <a:solidFill>
                <a:srgbClr val="000000"/>
              </a:solidFill>
              <a:latin typeface="Calibri"/>
              <a:ea typeface="MS PGothic" pitchFamily="34"/>
            </a:endParaRPr>
          </a:p>
        </p:txBody>
      </p:sp>
      <p:cxnSp>
        <p:nvCxnSpPr>
          <p:cNvPr id="5" name="Conector recto 2">
            <a:extLst>
              <a:ext uri="{FF2B5EF4-FFF2-40B4-BE49-F238E27FC236}">
                <a16:creationId xmlns:a16="http://schemas.microsoft.com/office/drawing/2014/main" id="{DC15A95D-48F0-4844-B645-27C033C71695}"/>
              </a:ext>
            </a:extLst>
          </p:cNvPr>
          <p:cNvCxnSpPr>
            <a:cxnSpLocks/>
          </p:cNvCxnSpPr>
          <p:nvPr/>
        </p:nvCxnSpPr>
        <p:spPr>
          <a:xfrm flipH="1" flipV="1">
            <a:off x="555171" y="1009332"/>
            <a:ext cx="8888234" cy="6712"/>
          </a:xfrm>
          <a:prstGeom prst="straightConnector1">
            <a:avLst/>
          </a:prstGeom>
          <a:noFill/>
          <a:ln w="31747" cap="flat">
            <a:solidFill>
              <a:srgbClr val="000000"/>
            </a:solidFill>
            <a:prstDash val="solid"/>
            <a:miter/>
          </a:ln>
        </p:spPr>
      </p:cxnSp>
      <p:sp>
        <p:nvSpPr>
          <p:cNvPr id="6" name="Forma libre: forma 7">
            <a:extLst>
              <a:ext uri="{FF2B5EF4-FFF2-40B4-BE49-F238E27FC236}">
                <a16:creationId xmlns:a16="http://schemas.microsoft.com/office/drawing/2014/main" id="{273EBB3C-E371-4DE7-9502-E477E63B4C6D}"/>
              </a:ext>
            </a:extLst>
          </p:cNvPr>
          <p:cNvSpPr/>
          <p:nvPr/>
        </p:nvSpPr>
        <p:spPr>
          <a:xfrm>
            <a:off x="462595" y="307394"/>
            <a:ext cx="5098450" cy="70865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89994" tIns="46797" rIns="89994" bIns="46797" anchor="t" anchorCtr="1" compatLnSpc="1">
            <a:spAutoFit/>
          </a:bodyPr>
          <a:lstStyle/>
          <a:p>
            <a:pPr defTabSz="914213">
              <a:spcBef>
                <a:spcPts val="1751"/>
              </a:spcBef>
              <a:tabLst>
                <a:tab pos="0" algn="l"/>
                <a:tab pos="448858" algn="l"/>
                <a:tab pos="898081" algn="l"/>
                <a:tab pos="1347304" algn="l"/>
                <a:tab pos="1796527" algn="l"/>
                <a:tab pos="2245750" algn="l"/>
                <a:tab pos="2694973" algn="l"/>
                <a:tab pos="3144195" algn="l"/>
                <a:tab pos="3593419" algn="l"/>
                <a:tab pos="4042642" algn="l"/>
                <a:tab pos="4491865" algn="l"/>
                <a:tab pos="4941080" algn="l"/>
                <a:tab pos="5390303" algn="l"/>
                <a:tab pos="5839526" algn="l"/>
                <a:tab pos="6288749" algn="l"/>
                <a:tab pos="6737971" algn="l"/>
                <a:tab pos="7187195" algn="l"/>
                <a:tab pos="7636418" algn="l"/>
                <a:tab pos="8085633" algn="l"/>
                <a:tab pos="8534864" algn="l"/>
                <a:tab pos="898408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a-ES" sz="3991" b="1" dirty="0">
                <a:solidFill>
                  <a:srgbClr val="000000"/>
                </a:solidFill>
                <a:latin typeface="Arial" pitchFamily="2"/>
                <a:ea typeface="DejaVu Sans" pitchFamily="2"/>
                <a:cs typeface="DejaVu Sans" pitchFamily="2"/>
              </a:rPr>
              <a:t>ESD: impacte als IC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2BACFB2-987F-456D-9815-C7C51A53C678}"/>
              </a:ext>
            </a:extLst>
          </p:cNvPr>
          <p:cNvSpPr/>
          <p:nvPr/>
        </p:nvSpPr>
        <p:spPr>
          <a:xfrm>
            <a:off x="737228" y="6327717"/>
            <a:ext cx="3956069" cy="4188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1641" tIns="40816" rIns="81641" bIns="40816" anchor="t" anchorCtr="0" compatLnSpc="1">
            <a:noAutofit/>
          </a:bodyPr>
          <a:lstStyle/>
          <a:p>
            <a:pPr defTabSz="914213">
              <a:tabLst>
                <a:tab pos="407526" algn="l"/>
                <a:tab pos="815053" algn="l"/>
                <a:tab pos="1222579" algn="l"/>
                <a:tab pos="1630106" algn="l"/>
                <a:tab pos="2037632" algn="l"/>
                <a:tab pos="2445159" algn="l"/>
                <a:tab pos="2852685" algn="l"/>
                <a:tab pos="3260212" algn="l"/>
                <a:tab pos="3667738" algn="l"/>
                <a:tab pos="4075256" algn="l"/>
                <a:tab pos="4482782" algn="l"/>
                <a:tab pos="4890309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a-ES" sz="1633" b="1" dirty="0">
                <a:solidFill>
                  <a:srgbClr val="000000"/>
                </a:solidFill>
                <a:latin typeface="Arial" pitchFamily="34"/>
                <a:ea typeface="MS PGothic" pitchFamily="34"/>
                <a:cs typeface="WenQuanYi Micro Hei"/>
              </a:rPr>
              <a:t>Laboratori De Sistemes Electrònics I</a:t>
            </a:r>
          </a:p>
        </p:txBody>
      </p:sp>
      <p:pic>
        <p:nvPicPr>
          <p:cNvPr id="10" name="Picture 8" descr="Resultado de imagen de RF grup ub">
            <a:extLst>
              <a:ext uri="{FF2B5EF4-FFF2-40B4-BE49-F238E27FC236}">
                <a16:creationId xmlns:a16="http://schemas.microsoft.com/office/drawing/2014/main" id="{40D818FE-4FE4-401E-8B44-FCB850DCFB02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708340" y="134221"/>
            <a:ext cx="2642489" cy="750553"/>
          </a:xfrm>
          <a:prstGeom prst="rect">
            <a:avLst/>
          </a:prstGeom>
          <a:ln w="0">
            <a:noFill/>
          </a:ln>
        </p:spPr>
      </p:pic>
      <p:sp>
        <p:nvSpPr>
          <p:cNvPr id="8" name="Text Box 4">
            <a:extLst>
              <a:ext uri="{FF2B5EF4-FFF2-40B4-BE49-F238E27FC236}">
                <a16:creationId xmlns:a16="http://schemas.microsoft.com/office/drawing/2014/main" id="{1614F495-5F9D-46F3-954C-3766A316B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172" y="1260031"/>
            <a:ext cx="9122534" cy="103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66336" rIns="90000" bIns="45000"/>
          <a:lstStyle>
            <a:lvl1pPr marL="215900" indent="-215900">
              <a:lnSpc>
                <a:spcPct val="93000"/>
              </a:lnSpc>
              <a:spcBef>
                <a:spcPts val="156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35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lnSpc>
                <a:spcPct val="93000"/>
              </a:lnSpc>
              <a:spcBef>
                <a:spcPts val="12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31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lnSpc>
                <a:spcPct val="93000"/>
              </a:lnSpc>
              <a:spcBef>
                <a:spcPts val="93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lnSpc>
                <a:spcPct val="93000"/>
              </a:lnSpc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lnSpc>
                <a:spcPct val="93000"/>
              </a:lnSpc>
              <a:spcBef>
                <a:spcPts val="31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457200" indent="-457200" eaLnBrk="1">
              <a:spcBef>
                <a:spcPct val="0"/>
              </a:spcBef>
              <a:spcAft>
                <a:spcPts val="1138"/>
              </a:spcAft>
              <a:buFont typeface="Wingdings" panose="05000000000000000000" pitchFamily="2" charset="2"/>
              <a:buChar char="Ø"/>
            </a:pPr>
            <a:r>
              <a:rPr lang="ca-ES" altLang="es-ES" sz="2800" dirty="0">
                <a:solidFill>
                  <a:schemeClr val="tx1"/>
                </a:solidFill>
                <a:sym typeface="Wingdings" panose="05000000000000000000" pitchFamily="2" charset="2"/>
              </a:rPr>
              <a:t>El xip és destrueix per efecte tèrmic.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07FF10A-4AF3-4DCA-AFD2-799E2270BD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45" y="1777680"/>
            <a:ext cx="8684581" cy="457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06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FFDEF4D7-CA83-4971-A983-950EA1D6EBAF}"/>
              </a:ext>
            </a:extLst>
          </p:cNvPr>
          <p:cNvSpPr/>
          <p:nvPr/>
        </p:nvSpPr>
        <p:spPr>
          <a:xfrm>
            <a:off x="6035883" y="6356516"/>
            <a:ext cx="2878563" cy="122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 defTabSz="914213">
              <a:tabLst>
                <a:tab pos="407526" algn="l"/>
                <a:tab pos="815053" algn="l"/>
                <a:tab pos="1222579" algn="l"/>
                <a:tab pos="1630106" algn="l"/>
                <a:tab pos="2037632" algn="l"/>
                <a:tab pos="2445159" algn="l"/>
                <a:tab pos="2852685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ca-ES" sz="1270" b="1">
              <a:solidFill>
                <a:srgbClr val="000000"/>
              </a:solidFill>
              <a:latin typeface="Arial" pitchFamily="34"/>
              <a:ea typeface="MS PGothic" pitchFamily="34"/>
              <a:cs typeface="WenQuanYi Micro Hei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48FD8E0-CE93-494A-BA4D-2B64DC566404}"/>
              </a:ext>
            </a:extLst>
          </p:cNvPr>
          <p:cNvSpPr/>
          <p:nvPr/>
        </p:nvSpPr>
        <p:spPr>
          <a:xfrm>
            <a:off x="8990762" y="6356517"/>
            <a:ext cx="452642" cy="36127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algn="ctr" defTabSz="914213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2DA8BD0-ACC2-4CDB-9B04-BE430CC3D8EC}" type="slidenum">
              <a:rPr lang="ca-ES" sz="1633">
                <a:solidFill>
                  <a:srgbClr val="000000"/>
                </a:solidFill>
                <a:latin typeface="Calibri"/>
                <a:ea typeface="MS PGothic" pitchFamily="34"/>
              </a:rPr>
              <a:pPr algn="ctr" defTabSz="914213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7</a:t>
            </a:fld>
            <a:endParaRPr lang="ca-ES" sz="1633">
              <a:solidFill>
                <a:srgbClr val="000000"/>
              </a:solidFill>
              <a:latin typeface="Calibri"/>
              <a:ea typeface="MS PGothic" pitchFamily="34"/>
            </a:endParaRPr>
          </a:p>
        </p:txBody>
      </p:sp>
      <p:cxnSp>
        <p:nvCxnSpPr>
          <p:cNvPr id="5" name="Conector recto 2">
            <a:extLst>
              <a:ext uri="{FF2B5EF4-FFF2-40B4-BE49-F238E27FC236}">
                <a16:creationId xmlns:a16="http://schemas.microsoft.com/office/drawing/2014/main" id="{DC15A95D-48F0-4844-B645-27C033C71695}"/>
              </a:ext>
            </a:extLst>
          </p:cNvPr>
          <p:cNvCxnSpPr>
            <a:cxnSpLocks/>
          </p:cNvCxnSpPr>
          <p:nvPr/>
        </p:nvCxnSpPr>
        <p:spPr>
          <a:xfrm flipH="1" flipV="1">
            <a:off x="555171" y="1009332"/>
            <a:ext cx="8888234" cy="6712"/>
          </a:xfrm>
          <a:prstGeom prst="straightConnector1">
            <a:avLst/>
          </a:prstGeom>
          <a:noFill/>
          <a:ln w="31747" cap="flat">
            <a:solidFill>
              <a:srgbClr val="000000"/>
            </a:solidFill>
            <a:prstDash val="solid"/>
            <a:miter/>
          </a:ln>
        </p:spPr>
      </p:cxnSp>
      <p:sp>
        <p:nvSpPr>
          <p:cNvPr id="6" name="Forma libre: forma 7">
            <a:extLst>
              <a:ext uri="{FF2B5EF4-FFF2-40B4-BE49-F238E27FC236}">
                <a16:creationId xmlns:a16="http://schemas.microsoft.com/office/drawing/2014/main" id="{273EBB3C-E371-4DE7-9502-E477E63B4C6D}"/>
              </a:ext>
            </a:extLst>
          </p:cNvPr>
          <p:cNvSpPr/>
          <p:nvPr/>
        </p:nvSpPr>
        <p:spPr>
          <a:xfrm>
            <a:off x="462595" y="307394"/>
            <a:ext cx="3344295" cy="70865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89994" tIns="46797" rIns="89994" bIns="46797" anchor="t" anchorCtr="1" compatLnSpc="1">
            <a:spAutoFit/>
          </a:bodyPr>
          <a:lstStyle/>
          <a:p>
            <a:pPr defTabSz="914213">
              <a:spcBef>
                <a:spcPts val="1751"/>
              </a:spcBef>
              <a:tabLst>
                <a:tab pos="0" algn="l"/>
                <a:tab pos="448858" algn="l"/>
                <a:tab pos="898081" algn="l"/>
                <a:tab pos="1347304" algn="l"/>
                <a:tab pos="1796527" algn="l"/>
                <a:tab pos="2245750" algn="l"/>
                <a:tab pos="2694973" algn="l"/>
                <a:tab pos="3144195" algn="l"/>
                <a:tab pos="3593419" algn="l"/>
                <a:tab pos="4042642" algn="l"/>
                <a:tab pos="4491865" algn="l"/>
                <a:tab pos="4941080" algn="l"/>
                <a:tab pos="5390303" algn="l"/>
                <a:tab pos="5839526" algn="l"/>
                <a:tab pos="6288749" algn="l"/>
                <a:tab pos="6737971" algn="l"/>
                <a:tab pos="7187195" algn="l"/>
                <a:tab pos="7636418" algn="l"/>
                <a:tab pos="8085633" algn="l"/>
                <a:tab pos="8534864" algn="l"/>
                <a:tab pos="898408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a-ES" sz="3991" b="1" dirty="0">
                <a:solidFill>
                  <a:srgbClr val="000000"/>
                </a:solidFill>
                <a:latin typeface="Arial" pitchFamily="2"/>
                <a:ea typeface="DejaVu Sans" pitchFamily="2"/>
                <a:cs typeface="DejaVu Sans" pitchFamily="2"/>
              </a:rPr>
              <a:t>Models ESD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2BACFB2-987F-456D-9815-C7C51A53C678}"/>
              </a:ext>
            </a:extLst>
          </p:cNvPr>
          <p:cNvSpPr/>
          <p:nvPr/>
        </p:nvSpPr>
        <p:spPr>
          <a:xfrm>
            <a:off x="737228" y="6327717"/>
            <a:ext cx="3956069" cy="4188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1641" tIns="40816" rIns="81641" bIns="40816" anchor="t" anchorCtr="0" compatLnSpc="1">
            <a:noAutofit/>
          </a:bodyPr>
          <a:lstStyle/>
          <a:p>
            <a:pPr defTabSz="914213">
              <a:tabLst>
                <a:tab pos="407526" algn="l"/>
                <a:tab pos="815053" algn="l"/>
                <a:tab pos="1222579" algn="l"/>
                <a:tab pos="1630106" algn="l"/>
                <a:tab pos="2037632" algn="l"/>
                <a:tab pos="2445159" algn="l"/>
                <a:tab pos="2852685" algn="l"/>
                <a:tab pos="3260212" algn="l"/>
                <a:tab pos="3667738" algn="l"/>
                <a:tab pos="4075256" algn="l"/>
                <a:tab pos="4482782" algn="l"/>
                <a:tab pos="4890309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a-ES" sz="1633" b="1" dirty="0">
                <a:solidFill>
                  <a:srgbClr val="000000"/>
                </a:solidFill>
                <a:latin typeface="Arial" pitchFamily="34"/>
                <a:ea typeface="MS PGothic" pitchFamily="34"/>
                <a:cs typeface="WenQuanYi Micro Hei"/>
              </a:rPr>
              <a:t>Laboratori De Sistemes Electrònics I</a:t>
            </a:r>
          </a:p>
        </p:txBody>
      </p:sp>
      <p:pic>
        <p:nvPicPr>
          <p:cNvPr id="10" name="Picture 8" descr="Resultado de imagen de RF grup ub">
            <a:extLst>
              <a:ext uri="{FF2B5EF4-FFF2-40B4-BE49-F238E27FC236}">
                <a16:creationId xmlns:a16="http://schemas.microsoft.com/office/drawing/2014/main" id="{40D818FE-4FE4-401E-8B44-FCB850DCFB02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708340" y="134221"/>
            <a:ext cx="2642489" cy="750553"/>
          </a:xfrm>
          <a:prstGeom prst="rect">
            <a:avLst/>
          </a:prstGeom>
          <a:ln w="0">
            <a:noFill/>
          </a:ln>
        </p:spPr>
      </p:pic>
      <p:sp>
        <p:nvSpPr>
          <p:cNvPr id="8" name="Text Box 4">
            <a:extLst>
              <a:ext uri="{FF2B5EF4-FFF2-40B4-BE49-F238E27FC236}">
                <a16:creationId xmlns:a16="http://schemas.microsoft.com/office/drawing/2014/main" id="{1614F495-5F9D-46F3-954C-3766A316B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172" y="1260031"/>
            <a:ext cx="9122534" cy="103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66336" rIns="90000" bIns="45000"/>
          <a:lstStyle>
            <a:lvl1pPr marL="215900" indent="-215900">
              <a:lnSpc>
                <a:spcPct val="93000"/>
              </a:lnSpc>
              <a:spcBef>
                <a:spcPts val="156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35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lnSpc>
                <a:spcPct val="93000"/>
              </a:lnSpc>
              <a:spcBef>
                <a:spcPts val="12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31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lnSpc>
                <a:spcPct val="93000"/>
              </a:lnSpc>
              <a:spcBef>
                <a:spcPts val="93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lnSpc>
                <a:spcPct val="93000"/>
              </a:lnSpc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lnSpc>
                <a:spcPct val="93000"/>
              </a:lnSpc>
              <a:spcBef>
                <a:spcPts val="31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457200" indent="-457200" eaLnBrk="1">
              <a:spcBef>
                <a:spcPct val="0"/>
              </a:spcBef>
              <a:spcAft>
                <a:spcPts val="1138"/>
              </a:spcAft>
              <a:buFont typeface="Wingdings" panose="05000000000000000000" pitchFamily="2" charset="2"/>
              <a:buChar char="Ø"/>
            </a:pPr>
            <a:r>
              <a:rPr lang="ca-ES" altLang="es-ES" sz="2800" dirty="0">
                <a:solidFill>
                  <a:schemeClr val="tx1"/>
                </a:solidFill>
                <a:sym typeface="Wingdings" panose="05000000000000000000" pitchFamily="2" charset="2"/>
              </a:rPr>
              <a:t>La font principal de l’ESD és el fregament entre cossos (fenomen </a:t>
            </a:r>
            <a:r>
              <a:rPr lang="ca-ES" altLang="es-ES" sz="2800" dirty="0" err="1">
                <a:solidFill>
                  <a:schemeClr val="tx1"/>
                </a:solidFill>
                <a:sym typeface="Wingdings" panose="05000000000000000000" pitchFamily="2" charset="2"/>
              </a:rPr>
              <a:t>tribològic</a:t>
            </a:r>
            <a:r>
              <a:rPr lang="ca-ES" altLang="es-ES" sz="2800" dirty="0">
                <a:solidFill>
                  <a:schemeClr val="tx1"/>
                </a:solidFill>
                <a:sym typeface="Wingdings" panose="05000000000000000000" pitchFamily="2" charset="2"/>
              </a:rPr>
              <a:t>).</a:t>
            </a:r>
            <a:endParaRPr lang="ca-ES" altLang="es-ES" sz="2800" dirty="0"/>
          </a:p>
        </p:txBody>
      </p:sp>
      <p:pic>
        <p:nvPicPr>
          <p:cNvPr id="11" name="Kép 5">
            <a:extLst>
              <a:ext uri="{FF2B5EF4-FFF2-40B4-BE49-F238E27FC236}">
                <a16:creationId xmlns:a16="http://schemas.microsoft.com/office/drawing/2014/main" id="{ACCF69D4-245B-47D7-AB81-6EDF7BEDFD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976" y="2295331"/>
            <a:ext cx="1492791" cy="1492791"/>
          </a:xfrm>
          <a:prstGeom prst="rect">
            <a:avLst/>
          </a:prstGeom>
        </p:spPr>
      </p:pic>
      <p:pic>
        <p:nvPicPr>
          <p:cNvPr id="12" name="Kép 6">
            <a:extLst>
              <a:ext uri="{FF2B5EF4-FFF2-40B4-BE49-F238E27FC236}">
                <a16:creationId xmlns:a16="http://schemas.microsoft.com/office/drawing/2014/main" id="{44510FDF-1C0C-427D-A07D-AFEB3AFFD1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595" y="4662078"/>
            <a:ext cx="1502328" cy="1502328"/>
          </a:xfrm>
          <a:prstGeom prst="rect">
            <a:avLst/>
          </a:prstGeom>
        </p:spPr>
      </p:pic>
      <p:pic>
        <p:nvPicPr>
          <p:cNvPr id="13" name="Kép 3">
            <a:extLst>
              <a:ext uri="{FF2B5EF4-FFF2-40B4-BE49-F238E27FC236}">
                <a16:creationId xmlns:a16="http://schemas.microsoft.com/office/drawing/2014/main" id="{BEBF2B9C-684B-4D55-99A4-6C53553B82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8275" y="1931000"/>
            <a:ext cx="1502329" cy="149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979CE91-4EE5-49E8-B53B-EC11695A61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6819" y="3004441"/>
            <a:ext cx="5913904" cy="2593528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A146C5B1-81C1-45CA-A1D7-DFD8225481DE}"/>
              </a:ext>
            </a:extLst>
          </p:cNvPr>
          <p:cNvSpPr txBox="1"/>
          <p:nvPr/>
        </p:nvSpPr>
        <p:spPr>
          <a:xfrm>
            <a:off x="3009772" y="2570571"/>
            <a:ext cx="4213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err="1"/>
              <a:t>Voltatge</a:t>
            </a:r>
            <a:r>
              <a:rPr lang="en-GB" sz="2400" b="1" dirty="0"/>
              <a:t> </a:t>
            </a:r>
            <a:r>
              <a:rPr lang="en-GB" sz="2400" b="1" dirty="0" err="1"/>
              <a:t>típic</a:t>
            </a:r>
            <a:r>
              <a:rPr lang="en-GB" sz="2400" b="1" dirty="0"/>
              <a:t> </a:t>
            </a:r>
            <a:r>
              <a:rPr lang="en-GB" sz="2400" b="1" dirty="0" err="1"/>
              <a:t>segons</a:t>
            </a:r>
            <a:r>
              <a:rPr lang="en-GB" sz="2400" b="1" dirty="0"/>
              <a:t> </a:t>
            </a:r>
            <a:r>
              <a:rPr lang="en-GB" sz="2400" b="1" dirty="0" err="1"/>
              <a:t>fregament</a:t>
            </a:r>
            <a:endParaRPr lang="en-GB" sz="2400" b="1" dirty="0"/>
          </a:p>
        </p:txBody>
      </p:sp>
      <p:pic>
        <p:nvPicPr>
          <p:cNvPr id="17" name="Kép 10">
            <a:extLst>
              <a:ext uri="{FF2B5EF4-FFF2-40B4-BE49-F238E27FC236}">
                <a16:creationId xmlns:a16="http://schemas.microsoft.com/office/drawing/2014/main" id="{7C2E64D3-3754-4823-B290-C2C51781A8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5377" y="4562670"/>
            <a:ext cx="1502329" cy="1502329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902898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FFDEF4D7-CA83-4971-A983-950EA1D6EBAF}"/>
              </a:ext>
            </a:extLst>
          </p:cNvPr>
          <p:cNvSpPr/>
          <p:nvPr/>
        </p:nvSpPr>
        <p:spPr>
          <a:xfrm>
            <a:off x="6035883" y="6356516"/>
            <a:ext cx="2878563" cy="122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 defTabSz="914213">
              <a:tabLst>
                <a:tab pos="407526" algn="l"/>
                <a:tab pos="815053" algn="l"/>
                <a:tab pos="1222579" algn="l"/>
                <a:tab pos="1630106" algn="l"/>
                <a:tab pos="2037632" algn="l"/>
                <a:tab pos="2445159" algn="l"/>
                <a:tab pos="2852685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ca-ES" sz="1270" b="1">
              <a:solidFill>
                <a:srgbClr val="000000"/>
              </a:solidFill>
              <a:latin typeface="Arial" pitchFamily="34"/>
              <a:ea typeface="MS PGothic" pitchFamily="34"/>
              <a:cs typeface="WenQuanYi Micro Hei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48FD8E0-CE93-494A-BA4D-2B64DC566404}"/>
              </a:ext>
            </a:extLst>
          </p:cNvPr>
          <p:cNvSpPr/>
          <p:nvPr/>
        </p:nvSpPr>
        <p:spPr>
          <a:xfrm>
            <a:off x="8990762" y="6356517"/>
            <a:ext cx="452642" cy="36127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algn="ctr" defTabSz="914213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2DA8BD0-ACC2-4CDB-9B04-BE430CC3D8EC}" type="slidenum">
              <a:rPr lang="ca-ES" sz="1633">
                <a:solidFill>
                  <a:srgbClr val="000000"/>
                </a:solidFill>
                <a:latin typeface="Calibri"/>
                <a:ea typeface="MS PGothic" pitchFamily="34"/>
              </a:rPr>
              <a:pPr algn="ctr" defTabSz="914213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8</a:t>
            </a:fld>
            <a:endParaRPr lang="ca-ES" sz="1633">
              <a:solidFill>
                <a:srgbClr val="000000"/>
              </a:solidFill>
              <a:latin typeface="Calibri"/>
              <a:ea typeface="MS PGothic" pitchFamily="34"/>
            </a:endParaRPr>
          </a:p>
        </p:txBody>
      </p:sp>
      <p:cxnSp>
        <p:nvCxnSpPr>
          <p:cNvPr id="5" name="Conector recto 2">
            <a:extLst>
              <a:ext uri="{FF2B5EF4-FFF2-40B4-BE49-F238E27FC236}">
                <a16:creationId xmlns:a16="http://schemas.microsoft.com/office/drawing/2014/main" id="{DC15A95D-48F0-4844-B645-27C033C71695}"/>
              </a:ext>
            </a:extLst>
          </p:cNvPr>
          <p:cNvCxnSpPr>
            <a:cxnSpLocks/>
          </p:cNvCxnSpPr>
          <p:nvPr/>
        </p:nvCxnSpPr>
        <p:spPr>
          <a:xfrm flipH="1" flipV="1">
            <a:off x="555171" y="1009332"/>
            <a:ext cx="8888234" cy="6712"/>
          </a:xfrm>
          <a:prstGeom prst="straightConnector1">
            <a:avLst/>
          </a:prstGeom>
          <a:noFill/>
          <a:ln w="31747" cap="flat">
            <a:solidFill>
              <a:srgbClr val="000000"/>
            </a:solidFill>
            <a:prstDash val="solid"/>
            <a:miter/>
          </a:ln>
        </p:spPr>
      </p:cxnSp>
      <p:sp>
        <p:nvSpPr>
          <p:cNvPr id="6" name="Forma libre: forma 7">
            <a:extLst>
              <a:ext uri="{FF2B5EF4-FFF2-40B4-BE49-F238E27FC236}">
                <a16:creationId xmlns:a16="http://schemas.microsoft.com/office/drawing/2014/main" id="{273EBB3C-E371-4DE7-9502-E477E63B4C6D}"/>
              </a:ext>
            </a:extLst>
          </p:cNvPr>
          <p:cNvSpPr/>
          <p:nvPr/>
        </p:nvSpPr>
        <p:spPr>
          <a:xfrm>
            <a:off x="462595" y="307394"/>
            <a:ext cx="3344295" cy="70865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89994" tIns="46797" rIns="89994" bIns="46797" anchor="t" anchorCtr="1" compatLnSpc="1">
            <a:spAutoFit/>
          </a:bodyPr>
          <a:lstStyle/>
          <a:p>
            <a:pPr defTabSz="914213">
              <a:spcBef>
                <a:spcPts val="1751"/>
              </a:spcBef>
              <a:tabLst>
                <a:tab pos="0" algn="l"/>
                <a:tab pos="448858" algn="l"/>
                <a:tab pos="898081" algn="l"/>
                <a:tab pos="1347304" algn="l"/>
                <a:tab pos="1796527" algn="l"/>
                <a:tab pos="2245750" algn="l"/>
                <a:tab pos="2694973" algn="l"/>
                <a:tab pos="3144195" algn="l"/>
                <a:tab pos="3593419" algn="l"/>
                <a:tab pos="4042642" algn="l"/>
                <a:tab pos="4491865" algn="l"/>
                <a:tab pos="4941080" algn="l"/>
                <a:tab pos="5390303" algn="l"/>
                <a:tab pos="5839526" algn="l"/>
                <a:tab pos="6288749" algn="l"/>
                <a:tab pos="6737971" algn="l"/>
                <a:tab pos="7187195" algn="l"/>
                <a:tab pos="7636418" algn="l"/>
                <a:tab pos="8085633" algn="l"/>
                <a:tab pos="8534864" algn="l"/>
                <a:tab pos="898408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a-ES" sz="3991" b="1" dirty="0">
                <a:solidFill>
                  <a:srgbClr val="000000"/>
                </a:solidFill>
                <a:latin typeface="Arial" pitchFamily="2"/>
                <a:ea typeface="DejaVu Sans" pitchFamily="2"/>
                <a:cs typeface="DejaVu Sans" pitchFamily="2"/>
              </a:rPr>
              <a:t>Models ESD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2BACFB2-987F-456D-9815-C7C51A53C678}"/>
              </a:ext>
            </a:extLst>
          </p:cNvPr>
          <p:cNvSpPr/>
          <p:nvPr/>
        </p:nvSpPr>
        <p:spPr>
          <a:xfrm>
            <a:off x="737228" y="6327717"/>
            <a:ext cx="3956069" cy="4188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1641" tIns="40816" rIns="81641" bIns="40816" anchor="t" anchorCtr="0" compatLnSpc="1">
            <a:noAutofit/>
          </a:bodyPr>
          <a:lstStyle/>
          <a:p>
            <a:pPr defTabSz="914213">
              <a:tabLst>
                <a:tab pos="407526" algn="l"/>
                <a:tab pos="815053" algn="l"/>
                <a:tab pos="1222579" algn="l"/>
                <a:tab pos="1630106" algn="l"/>
                <a:tab pos="2037632" algn="l"/>
                <a:tab pos="2445159" algn="l"/>
                <a:tab pos="2852685" algn="l"/>
                <a:tab pos="3260212" algn="l"/>
                <a:tab pos="3667738" algn="l"/>
                <a:tab pos="4075256" algn="l"/>
                <a:tab pos="4482782" algn="l"/>
                <a:tab pos="4890309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a-ES" sz="1633" b="1" dirty="0">
                <a:solidFill>
                  <a:srgbClr val="000000"/>
                </a:solidFill>
                <a:latin typeface="Arial" pitchFamily="34"/>
                <a:ea typeface="MS PGothic" pitchFamily="34"/>
                <a:cs typeface="WenQuanYi Micro Hei"/>
              </a:rPr>
              <a:t>Laboratori De Sistemes Electrònics I</a:t>
            </a:r>
          </a:p>
        </p:txBody>
      </p:sp>
      <p:pic>
        <p:nvPicPr>
          <p:cNvPr id="10" name="Picture 8" descr="Resultado de imagen de RF grup ub">
            <a:extLst>
              <a:ext uri="{FF2B5EF4-FFF2-40B4-BE49-F238E27FC236}">
                <a16:creationId xmlns:a16="http://schemas.microsoft.com/office/drawing/2014/main" id="{40D818FE-4FE4-401E-8B44-FCB850DCFB02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708340" y="134221"/>
            <a:ext cx="2642489" cy="750553"/>
          </a:xfrm>
          <a:prstGeom prst="rect">
            <a:avLst/>
          </a:prstGeom>
          <a:ln w="0">
            <a:noFill/>
          </a:ln>
        </p:spPr>
      </p:pic>
      <p:sp>
        <p:nvSpPr>
          <p:cNvPr id="8" name="Text Box 4">
            <a:extLst>
              <a:ext uri="{FF2B5EF4-FFF2-40B4-BE49-F238E27FC236}">
                <a16:creationId xmlns:a16="http://schemas.microsoft.com/office/drawing/2014/main" id="{1614F495-5F9D-46F3-954C-3766A316B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172" y="1166721"/>
            <a:ext cx="9122534" cy="3957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66336" rIns="90000" bIns="45000"/>
          <a:lstStyle>
            <a:lvl1pPr marL="215900" indent="-215900">
              <a:lnSpc>
                <a:spcPct val="93000"/>
              </a:lnSpc>
              <a:spcBef>
                <a:spcPts val="156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35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lnSpc>
                <a:spcPct val="93000"/>
              </a:lnSpc>
              <a:spcBef>
                <a:spcPts val="12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31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lnSpc>
                <a:spcPct val="93000"/>
              </a:lnSpc>
              <a:spcBef>
                <a:spcPts val="93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lnSpc>
                <a:spcPct val="93000"/>
              </a:lnSpc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lnSpc>
                <a:spcPct val="93000"/>
              </a:lnSpc>
              <a:spcBef>
                <a:spcPts val="31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457200" indent="-457200" eaLnBrk="1">
              <a:spcBef>
                <a:spcPct val="0"/>
              </a:spcBef>
              <a:spcAft>
                <a:spcPts val="1138"/>
              </a:spcAft>
              <a:buFont typeface="Wingdings" panose="05000000000000000000" pitchFamily="2" charset="2"/>
              <a:buChar char="Ø"/>
            </a:pPr>
            <a:r>
              <a:rPr lang="ca-ES" altLang="es-ES" sz="2800" dirty="0">
                <a:solidFill>
                  <a:schemeClr val="tx1"/>
                </a:solidFill>
                <a:sym typeface="Wingdings" panose="05000000000000000000" pitchFamily="2" charset="2"/>
              </a:rPr>
              <a:t>Per a combatre la ESD, fem servir </a:t>
            </a:r>
            <a:r>
              <a:rPr lang="ca-ES" altLang="es-ES" sz="2800" b="1" dirty="0">
                <a:solidFill>
                  <a:srgbClr val="0070C0"/>
                </a:solidFill>
                <a:sym typeface="Wingdings" panose="05000000000000000000" pitchFamily="2" charset="2"/>
              </a:rPr>
              <a:t>models</a:t>
            </a:r>
            <a:r>
              <a:rPr lang="ca-ES" altLang="es-ES" sz="2800" dirty="0">
                <a:solidFill>
                  <a:schemeClr val="tx1"/>
                </a:solidFill>
                <a:sym typeface="Wingdings" panose="05000000000000000000" pitchFamily="2" charset="2"/>
              </a:rPr>
              <a:t> que </a:t>
            </a:r>
            <a:r>
              <a:rPr lang="ca-ES" altLang="es-ES" sz="2800" b="1" dirty="0">
                <a:solidFill>
                  <a:srgbClr val="0070C0"/>
                </a:solidFill>
                <a:sym typeface="Wingdings" panose="05000000000000000000" pitchFamily="2" charset="2"/>
              </a:rPr>
              <a:t>permeten analitzar i dissenyar </a:t>
            </a:r>
            <a:r>
              <a:rPr lang="ca-ES" altLang="es-ES" sz="2800" dirty="0">
                <a:solidFill>
                  <a:schemeClr val="tx1"/>
                </a:solidFill>
                <a:sym typeface="Wingdings" panose="05000000000000000000" pitchFamily="2" charset="2"/>
              </a:rPr>
              <a:t>productes robustos.</a:t>
            </a:r>
          </a:p>
          <a:p>
            <a:pPr marL="457200" indent="-457200" eaLnBrk="1">
              <a:spcBef>
                <a:spcPct val="0"/>
              </a:spcBef>
              <a:spcAft>
                <a:spcPts val="1138"/>
              </a:spcAft>
              <a:buFont typeface="Wingdings" panose="05000000000000000000" pitchFamily="2" charset="2"/>
              <a:buChar char="Ø"/>
            </a:pPr>
            <a:r>
              <a:rPr lang="ca-ES" altLang="es-ES" sz="2800" dirty="0">
                <a:solidFill>
                  <a:schemeClr val="tx1"/>
                </a:solidFill>
                <a:sym typeface="Wingdings" panose="05000000000000000000" pitchFamily="2" charset="2"/>
              </a:rPr>
              <a:t>Hi ha tres tipus de model:</a:t>
            </a:r>
          </a:p>
          <a:p>
            <a:pPr marL="698500" lvl="1" indent="-457200">
              <a:spcBef>
                <a:spcPct val="0"/>
              </a:spcBef>
              <a:spcAft>
                <a:spcPts val="1138"/>
              </a:spcAft>
              <a:buFont typeface="Wingdings" panose="05000000000000000000" pitchFamily="2" charset="2"/>
              <a:buChar char="§"/>
            </a:pPr>
            <a:r>
              <a:rPr lang="ca-ES" altLang="es-E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HBM</a:t>
            </a:r>
            <a:r>
              <a:rPr lang="ca-ES" altLang="es-ES" sz="2400" dirty="0">
                <a:solidFill>
                  <a:schemeClr val="tx1"/>
                </a:solidFill>
                <a:sym typeface="Wingdings" panose="05000000000000000000" pitchFamily="2" charset="2"/>
              </a:rPr>
              <a:t>  </a:t>
            </a:r>
            <a:r>
              <a:rPr lang="ca-ES" altLang="es-ES" sz="2400" i="1" dirty="0" err="1">
                <a:solidFill>
                  <a:schemeClr val="tx1"/>
                </a:solidFill>
                <a:sym typeface="Wingdings" panose="05000000000000000000" pitchFamily="2" charset="2"/>
              </a:rPr>
              <a:t>Human</a:t>
            </a:r>
            <a:r>
              <a:rPr lang="ca-ES" altLang="es-ES" sz="2400" i="1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ca-ES" altLang="es-ES" sz="2400" i="1" dirty="0" err="1">
                <a:solidFill>
                  <a:schemeClr val="tx1"/>
                </a:solidFill>
                <a:sym typeface="Wingdings" panose="05000000000000000000" pitchFamily="2" charset="2"/>
              </a:rPr>
              <a:t>Body</a:t>
            </a:r>
            <a:r>
              <a:rPr lang="ca-ES" altLang="es-ES" sz="2400" i="1" dirty="0">
                <a:solidFill>
                  <a:schemeClr val="tx1"/>
                </a:solidFill>
                <a:sym typeface="Wingdings" panose="05000000000000000000" pitchFamily="2" charset="2"/>
              </a:rPr>
              <a:t> Model</a:t>
            </a:r>
            <a:r>
              <a:rPr lang="ca-ES" altLang="es-ES" sz="2400" dirty="0">
                <a:solidFill>
                  <a:schemeClr val="tx1"/>
                </a:solidFill>
                <a:sym typeface="Wingdings" panose="05000000000000000000" pitchFamily="2" charset="2"/>
              </a:rPr>
              <a:t>: reprodueix una descàrrega d’origen humà per manipulació (</a:t>
            </a:r>
            <a:r>
              <a:rPr lang="ca-ES" altLang="es-ES" sz="2400" i="1" dirty="0">
                <a:solidFill>
                  <a:schemeClr val="tx1"/>
                </a:solidFill>
                <a:sym typeface="Wingdings" panose="05000000000000000000" pitchFamily="2" charset="2"/>
              </a:rPr>
              <a:t>no ho toquis, c...!!!</a:t>
            </a:r>
            <a:r>
              <a:rPr lang="ca-ES" altLang="es-ES" sz="2400" dirty="0">
                <a:solidFill>
                  <a:schemeClr val="tx1"/>
                </a:solidFill>
                <a:sym typeface="Wingdings" panose="05000000000000000000" pitchFamily="2" charset="2"/>
              </a:rPr>
              <a:t>).</a:t>
            </a:r>
          </a:p>
          <a:p>
            <a:pPr marL="698500" lvl="1" indent="-457200">
              <a:spcBef>
                <a:spcPct val="0"/>
              </a:spcBef>
              <a:spcAft>
                <a:spcPts val="1138"/>
              </a:spcAft>
              <a:buFont typeface="Wingdings" panose="05000000000000000000" pitchFamily="2" charset="2"/>
              <a:buChar char="§"/>
            </a:pPr>
            <a:r>
              <a:rPr lang="ca-ES" altLang="es-E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MM</a:t>
            </a:r>
            <a:r>
              <a:rPr lang="ca-ES" altLang="es-ES" sz="2400" dirty="0">
                <a:solidFill>
                  <a:schemeClr val="tx1"/>
                </a:solidFill>
                <a:sym typeface="Wingdings" panose="05000000000000000000" pitchFamily="2" charset="2"/>
              </a:rPr>
              <a:t>  </a:t>
            </a:r>
            <a:r>
              <a:rPr lang="ca-ES" altLang="es-ES" sz="2400" i="1" dirty="0">
                <a:solidFill>
                  <a:schemeClr val="tx1"/>
                </a:solidFill>
                <a:sym typeface="Wingdings" panose="05000000000000000000" pitchFamily="2" charset="2"/>
              </a:rPr>
              <a:t>Machine Model</a:t>
            </a:r>
            <a:r>
              <a:rPr lang="ca-ES" altLang="es-ES" sz="2400" dirty="0">
                <a:solidFill>
                  <a:schemeClr val="tx1"/>
                </a:solidFill>
                <a:sym typeface="Wingdings" panose="05000000000000000000" pitchFamily="2" charset="2"/>
              </a:rPr>
              <a:t>: reprodueix una descàrrega a la cadena de muntatge (</a:t>
            </a:r>
            <a:r>
              <a:rPr lang="ca-ES" altLang="es-ES" sz="2400" i="1" dirty="0" err="1">
                <a:solidFill>
                  <a:schemeClr val="tx1"/>
                </a:solidFill>
                <a:sym typeface="Wingdings" panose="05000000000000000000" pitchFamily="2" charset="2"/>
              </a:rPr>
              <a:t>pick</a:t>
            </a:r>
            <a:r>
              <a:rPr lang="ca-ES" altLang="es-ES" sz="2400" i="1" dirty="0">
                <a:solidFill>
                  <a:schemeClr val="tx1"/>
                </a:solidFill>
                <a:sym typeface="Wingdings" panose="05000000000000000000" pitchFamily="2" charset="2"/>
              </a:rPr>
              <a:t> &amp; </a:t>
            </a:r>
            <a:r>
              <a:rPr lang="ca-ES" altLang="es-ES" sz="2400" i="1" dirty="0" err="1">
                <a:solidFill>
                  <a:schemeClr val="tx1"/>
                </a:solidFill>
                <a:sym typeface="Wingdings" panose="05000000000000000000" pitchFamily="2" charset="2"/>
              </a:rPr>
              <a:t>place</a:t>
            </a:r>
            <a:r>
              <a:rPr lang="ca-ES" altLang="es-ES" sz="2400" dirty="0">
                <a:solidFill>
                  <a:schemeClr val="tx1"/>
                </a:solidFill>
                <a:sym typeface="Wingdings" panose="05000000000000000000" pitchFamily="2" charset="2"/>
              </a:rPr>
              <a:t>).</a:t>
            </a:r>
          </a:p>
          <a:p>
            <a:pPr marL="698500" lvl="1" indent="-457200">
              <a:spcBef>
                <a:spcPct val="0"/>
              </a:spcBef>
              <a:spcAft>
                <a:spcPts val="1138"/>
              </a:spcAft>
              <a:buFont typeface="Wingdings" panose="05000000000000000000" pitchFamily="2" charset="2"/>
              <a:buChar char="§"/>
            </a:pPr>
            <a:r>
              <a:rPr lang="ca-ES" altLang="es-ES" sz="2400" b="1" dirty="0">
                <a:solidFill>
                  <a:srgbClr val="7030A0"/>
                </a:solidFill>
                <a:sym typeface="Wingdings" panose="05000000000000000000" pitchFamily="2" charset="2"/>
              </a:rPr>
              <a:t>CDM</a:t>
            </a:r>
            <a:r>
              <a:rPr lang="ca-ES" altLang="es-ES" sz="2400" dirty="0">
                <a:solidFill>
                  <a:schemeClr val="tx1"/>
                </a:solidFill>
                <a:sym typeface="Wingdings" panose="05000000000000000000" pitchFamily="2" charset="2"/>
              </a:rPr>
              <a:t>  </a:t>
            </a:r>
            <a:r>
              <a:rPr lang="ca-ES" altLang="es-ES" sz="2400" i="1" dirty="0" err="1">
                <a:solidFill>
                  <a:schemeClr val="tx1"/>
                </a:solidFill>
                <a:sym typeface="Wingdings" panose="05000000000000000000" pitchFamily="2" charset="2"/>
              </a:rPr>
              <a:t>Charge</a:t>
            </a:r>
            <a:r>
              <a:rPr lang="ca-ES" altLang="es-ES" sz="2400" i="1" dirty="0">
                <a:solidFill>
                  <a:schemeClr val="tx1"/>
                </a:solidFill>
                <a:sym typeface="Wingdings" panose="05000000000000000000" pitchFamily="2" charset="2"/>
              </a:rPr>
              <a:t> Device Model</a:t>
            </a:r>
            <a:r>
              <a:rPr lang="ca-ES" altLang="es-ES" sz="2400" dirty="0">
                <a:solidFill>
                  <a:schemeClr val="tx1"/>
                </a:solidFill>
                <a:sym typeface="Wingdings" panose="05000000000000000000" pitchFamily="2" charset="2"/>
              </a:rPr>
              <a:t>: reprodueix una descàrrega generada pel propi encapsulat del dispositiu (</a:t>
            </a:r>
            <a:r>
              <a:rPr lang="ca-ES" altLang="es-ES" sz="2400" i="1" dirty="0" err="1">
                <a:solidFill>
                  <a:schemeClr val="tx1"/>
                </a:solidFill>
                <a:sym typeface="Wingdings" panose="05000000000000000000" pitchFamily="2" charset="2"/>
              </a:rPr>
              <a:t>unboxing</a:t>
            </a:r>
            <a:r>
              <a:rPr lang="ca-ES" altLang="es-ES" sz="2400" dirty="0">
                <a:solidFill>
                  <a:schemeClr val="tx1"/>
                </a:solidFill>
                <a:sym typeface="Wingdings" panose="05000000000000000000" pitchFamily="2" charset="2"/>
              </a:rPr>
              <a:t>).</a:t>
            </a:r>
            <a:endParaRPr lang="ca-ES" altLang="es-ES" sz="2400" dirty="0"/>
          </a:p>
        </p:txBody>
      </p:sp>
    </p:spTree>
    <p:extLst>
      <p:ext uri="{BB962C8B-B14F-4D97-AF65-F5344CB8AC3E}">
        <p14:creationId xmlns:p14="http://schemas.microsoft.com/office/powerpoint/2010/main" val="1359561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FFDEF4D7-CA83-4971-A983-950EA1D6EBAF}"/>
              </a:ext>
            </a:extLst>
          </p:cNvPr>
          <p:cNvSpPr/>
          <p:nvPr/>
        </p:nvSpPr>
        <p:spPr>
          <a:xfrm>
            <a:off x="6035883" y="6356516"/>
            <a:ext cx="2878563" cy="122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 defTabSz="914213">
              <a:tabLst>
                <a:tab pos="407526" algn="l"/>
                <a:tab pos="815053" algn="l"/>
                <a:tab pos="1222579" algn="l"/>
                <a:tab pos="1630106" algn="l"/>
                <a:tab pos="2037632" algn="l"/>
                <a:tab pos="2445159" algn="l"/>
                <a:tab pos="2852685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ca-ES" sz="1270" b="1">
              <a:solidFill>
                <a:srgbClr val="000000"/>
              </a:solidFill>
              <a:latin typeface="Arial" pitchFamily="34"/>
              <a:ea typeface="MS PGothic" pitchFamily="34"/>
              <a:cs typeface="WenQuanYi Micro Hei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48FD8E0-CE93-494A-BA4D-2B64DC566404}"/>
              </a:ext>
            </a:extLst>
          </p:cNvPr>
          <p:cNvSpPr/>
          <p:nvPr/>
        </p:nvSpPr>
        <p:spPr>
          <a:xfrm>
            <a:off x="8990762" y="6356517"/>
            <a:ext cx="452642" cy="36127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algn="ctr" defTabSz="914213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2DA8BD0-ACC2-4CDB-9B04-BE430CC3D8EC}" type="slidenum">
              <a:rPr lang="ca-ES" sz="1633">
                <a:solidFill>
                  <a:srgbClr val="000000"/>
                </a:solidFill>
                <a:latin typeface="Calibri"/>
                <a:ea typeface="MS PGothic" pitchFamily="34"/>
              </a:rPr>
              <a:pPr algn="ctr" defTabSz="914213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9</a:t>
            </a:fld>
            <a:endParaRPr lang="ca-ES" sz="1633">
              <a:solidFill>
                <a:srgbClr val="000000"/>
              </a:solidFill>
              <a:latin typeface="Calibri"/>
              <a:ea typeface="MS PGothic" pitchFamily="34"/>
            </a:endParaRPr>
          </a:p>
        </p:txBody>
      </p:sp>
      <p:cxnSp>
        <p:nvCxnSpPr>
          <p:cNvPr id="5" name="Conector recto 2">
            <a:extLst>
              <a:ext uri="{FF2B5EF4-FFF2-40B4-BE49-F238E27FC236}">
                <a16:creationId xmlns:a16="http://schemas.microsoft.com/office/drawing/2014/main" id="{DC15A95D-48F0-4844-B645-27C033C71695}"/>
              </a:ext>
            </a:extLst>
          </p:cNvPr>
          <p:cNvCxnSpPr>
            <a:cxnSpLocks/>
          </p:cNvCxnSpPr>
          <p:nvPr/>
        </p:nvCxnSpPr>
        <p:spPr>
          <a:xfrm flipH="1" flipV="1">
            <a:off x="555171" y="1009332"/>
            <a:ext cx="8888234" cy="6712"/>
          </a:xfrm>
          <a:prstGeom prst="straightConnector1">
            <a:avLst/>
          </a:prstGeom>
          <a:noFill/>
          <a:ln w="31747" cap="flat">
            <a:solidFill>
              <a:srgbClr val="000000"/>
            </a:solidFill>
            <a:prstDash val="solid"/>
            <a:miter/>
          </a:ln>
        </p:spPr>
      </p:cxnSp>
      <p:sp>
        <p:nvSpPr>
          <p:cNvPr id="6" name="Forma libre: forma 7">
            <a:extLst>
              <a:ext uri="{FF2B5EF4-FFF2-40B4-BE49-F238E27FC236}">
                <a16:creationId xmlns:a16="http://schemas.microsoft.com/office/drawing/2014/main" id="{273EBB3C-E371-4DE7-9502-E477E63B4C6D}"/>
              </a:ext>
            </a:extLst>
          </p:cNvPr>
          <p:cNvSpPr/>
          <p:nvPr/>
        </p:nvSpPr>
        <p:spPr>
          <a:xfrm>
            <a:off x="462595" y="307394"/>
            <a:ext cx="3344295" cy="70865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89994" tIns="46797" rIns="89994" bIns="46797" anchor="t" anchorCtr="1" compatLnSpc="1">
            <a:spAutoFit/>
          </a:bodyPr>
          <a:lstStyle/>
          <a:p>
            <a:pPr defTabSz="914213">
              <a:spcBef>
                <a:spcPts val="1751"/>
              </a:spcBef>
              <a:tabLst>
                <a:tab pos="0" algn="l"/>
                <a:tab pos="448858" algn="l"/>
                <a:tab pos="898081" algn="l"/>
                <a:tab pos="1347304" algn="l"/>
                <a:tab pos="1796527" algn="l"/>
                <a:tab pos="2245750" algn="l"/>
                <a:tab pos="2694973" algn="l"/>
                <a:tab pos="3144195" algn="l"/>
                <a:tab pos="3593419" algn="l"/>
                <a:tab pos="4042642" algn="l"/>
                <a:tab pos="4491865" algn="l"/>
                <a:tab pos="4941080" algn="l"/>
                <a:tab pos="5390303" algn="l"/>
                <a:tab pos="5839526" algn="l"/>
                <a:tab pos="6288749" algn="l"/>
                <a:tab pos="6737971" algn="l"/>
                <a:tab pos="7187195" algn="l"/>
                <a:tab pos="7636418" algn="l"/>
                <a:tab pos="8085633" algn="l"/>
                <a:tab pos="8534864" algn="l"/>
                <a:tab pos="898408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a-ES" sz="3991" b="1" dirty="0">
                <a:solidFill>
                  <a:srgbClr val="000000"/>
                </a:solidFill>
                <a:latin typeface="Arial" pitchFamily="2"/>
                <a:ea typeface="DejaVu Sans" pitchFamily="2"/>
                <a:cs typeface="DejaVu Sans" pitchFamily="2"/>
              </a:rPr>
              <a:t>Models ESD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2BACFB2-987F-456D-9815-C7C51A53C678}"/>
              </a:ext>
            </a:extLst>
          </p:cNvPr>
          <p:cNvSpPr/>
          <p:nvPr/>
        </p:nvSpPr>
        <p:spPr>
          <a:xfrm>
            <a:off x="737228" y="6327717"/>
            <a:ext cx="3956069" cy="4188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1641" tIns="40816" rIns="81641" bIns="40816" anchor="t" anchorCtr="0" compatLnSpc="1">
            <a:noAutofit/>
          </a:bodyPr>
          <a:lstStyle/>
          <a:p>
            <a:pPr defTabSz="914213">
              <a:tabLst>
                <a:tab pos="407526" algn="l"/>
                <a:tab pos="815053" algn="l"/>
                <a:tab pos="1222579" algn="l"/>
                <a:tab pos="1630106" algn="l"/>
                <a:tab pos="2037632" algn="l"/>
                <a:tab pos="2445159" algn="l"/>
                <a:tab pos="2852685" algn="l"/>
                <a:tab pos="3260212" algn="l"/>
                <a:tab pos="3667738" algn="l"/>
                <a:tab pos="4075256" algn="l"/>
                <a:tab pos="4482782" algn="l"/>
                <a:tab pos="4890309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a-ES" sz="1633" b="1" dirty="0">
                <a:solidFill>
                  <a:srgbClr val="000000"/>
                </a:solidFill>
                <a:latin typeface="Arial" pitchFamily="34"/>
                <a:ea typeface="MS PGothic" pitchFamily="34"/>
                <a:cs typeface="WenQuanYi Micro Hei"/>
              </a:rPr>
              <a:t>Laboratori De Sistemes Electrònics I</a:t>
            </a:r>
          </a:p>
        </p:txBody>
      </p:sp>
      <p:pic>
        <p:nvPicPr>
          <p:cNvPr id="10" name="Picture 8" descr="Resultado de imagen de RF grup ub">
            <a:extLst>
              <a:ext uri="{FF2B5EF4-FFF2-40B4-BE49-F238E27FC236}">
                <a16:creationId xmlns:a16="http://schemas.microsoft.com/office/drawing/2014/main" id="{40D818FE-4FE4-401E-8B44-FCB850DCFB02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708340" y="134221"/>
            <a:ext cx="2642489" cy="750553"/>
          </a:xfrm>
          <a:prstGeom prst="rect">
            <a:avLst/>
          </a:prstGeom>
          <a:ln w="0">
            <a:noFill/>
          </a:ln>
        </p:spPr>
      </p:pic>
      <p:pic>
        <p:nvPicPr>
          <p:cNvPr id="11" name="Picture 2" descr="Star Wars Emperor - ESD ... is strong with this one">
            <a:extLst>
              <a:ext uri="{FF2B5EF4-FFF2-40B4-BE49-F238E27FC236}">
                <a16:creationId xmlns:a16="http://schemas.microsoft.com/office/drawing/2014/main" id="{5A99EFEE-0C29-4647-9031-A27DE9105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520" y="1248754"/>
            <a:ext cx="3771536" cy="4976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1346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FFDEF4D7-CA83-4971-A983-950EA1D6EBAF}"/>
              </a:ext>
            </a:extLst>
          </p:cNvPr>
          <p:cNvSpPr/>
          <p:nvPr/>
        </p:nvSpPr>
        <p:spPr>
          <a:xfrm>
            <a:off x="6035883" y="6356516"/>
            <a:ext cx="2878563" cy="122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 defTabSz="914213">
              <a:tabLst>
                <a:tab pos="407526" algn="l"/>
                <a:tab pos="815053" algn="l"/>
                <a:tab pos="1222579" algn="l"/>
                <a:tab pos="1630106" algn="l"/>
                <a:tab pos="2037632" algn="l"/>
                <a:tab pos="2445159" algn="l"/>
                <a:tab pos="2852685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ca-ES" sz="1270" b="1">
              <a:solidFill>
                <a:srgbClr val="000000"/>
              </a:solidFill>
              <a:latin typeface="Arial" pitchFamily="34"/>
              <a:ea typeface="MS PGothic" pitchFamily="34"/>
              <a:cs typeface="WenQuanYi Micro Hei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48FD8E0-CE93-494A-BA4D-2B64DC566404}"/>
              </a:ext>
            </a:extLst>
          </p:cNvPr>
          <p:cNvSpPr/>
          <p:nvPr/>
        </p:nvSpPr>
        <p:spPr>
          <a:xfrm>
            <a:off x="8990762" y="6356517"/>
            <a:ext cx="452642" cy="36127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algn="ctr" defTabSz="914213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2DA8BD0-ACC2-4CDB-9B04-BE430CC3D8EC}" type="slidenum">
              <a:rPr lang="ca-ES" sz="1633">
                <a:solidFill>
                  <a:srgbClr val="000000"/>
                </a:solidFill>
                <a:latin typeface="Calibri"/>
                <a:ea typeface="MS PGothic" pitchFamily="34"/>
              </a:rPr>
              <a:pPr algn="ctr" defTabSz="914213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10</a:t>
            </a:fld>
            <a:endParaRPr lang="ca-ES" sz="1633">
              <a:solidFill>
                <a:srgbClr val="000000"/>
              </a:solidFill>
              <a:latin typeface="Calibri"/>
              <a:ea typeface="MS PGothic" pitchFamily="34"/>
            </a:endParaRPr>
          </a:p>
        </p:txBody>
      </p:sp>
      <p:cxnSp>
        <p:nvCxnSpPr>
          <p:cNvPr id="5" name="Conector recto 2">
            <a:extLst>
              <a:ext uri="{FF2B5EF4-FFF2-40B4-BE49-F238E27FC236}">
                <a16:creationId xmlns:a16="http://schemas.microsoft.com/office/drawing/2014/main" id="{DC15A95D-48F0-4844-B645-27C033C71695}"/>
              </a:ext>
            </a:extLst>
          </p:cNvPr>
          <p:cNvCxnSpPr>
            <a:cxnSpLocks/>
          </p:cNvCxnSpPr>
          <p:nvPr/>
        </p:nvCxnSpPr>
        <p:spPr>
          <a:xfrm flipH="1" flipV="1">
            <a:off x="555171" y="1009332"/>
            <a:ext cx="8888234" cy="6712"/>
          </a:xfrm>
          <a:prstGeom prst="straightConnector1">
            <a:avLst/>
          </a:prstGeom>
          <a:noFill/>
          <a:ln w="31747" cap="flat">
            <a:solidFill>
              <a:srgbClr val="000000"/>
            </a:solidFill>
            <a:prstDash val="solid"/>
            <a:miter/>
          </a:ln>
        </p:spPr>
      </p:cxnSp>
      <p:sp>
        <p:nvSpPr>
          <p:cNvPr id="6" name="Forma libre: forma 7">
            <a:extLst>
              <a:ext uri="{FF2B5EF4-FFF2-40B4-BE49-F238E27FC236}">
                <a16:creationId xmlns:a16="http://schemas.microsoft.com/office/drawing/2014/main" id="{273EBB3C-E371-4DE7-9502-E477E63B4C6D}"/>
              </a:ext>
            </a:extLst>
          </p:cNvPr>
          <p:cNvSpPr/>
          <p:nvPr/>
        </p:nvSpPr>
        <p:spPr>
          <a:xfrm>
            <a:off x="462595" y="307394"/>
            <a:ext cx="3344295" cy="70865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89994" tIns="46797" rIns="89994" bIns="46797" anchor="t" anchorCtr="1" compatLnSpc="1">
            <a:spAutoFit/>
          </a:bodyPr>
          <a:lstStyle/>
          <a:p>
            <a:pPr defTabSz="914213">
              <a:spcBef>
                <a:spcPts val="1751"/>
              </a:spcBef>
              <a:tabLst>
                <a:tab pos="0" algn="l"/>
                <a:tab pos="448858" algn="l"/>
                <a:tab pos="898081" algn="l"/>
                <a:tab pos="1347304" algn="l"/>
                <a:tab pos="1796527" algn="l"/>
                <a:tab pos="2245750" algn="l"/>
                <a:tab pos="2694973" algn="l"/>
                <a:tab pos="3144195" algn="l"/>
                <a:tab pos="3593419" algn="l"/>
                <a:tab pos="4042642" algn="l"/>
                <a:tab pos="4491865" algn="l"/>
                <a:tab pos="4941080" algn="l"/>
                <a:tab pos="5390303" algn="l"/>
                <a:tab pos="5839526" algn="l"/>
                <a:tab pos="6288749" algn="l"/>
                <a:tab pos="6737971" algn="l"/>
                <a:tab pos="7187195" algn="l"/>
                <a:tab pos="7636418" algn="l"/>
                <a:tab pos="8085633" algn="l"/>
                <a:tab pos="8534864" algn="l"/>
                <a:tab pos="898408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a-ES" sz="3991" b="1" dirty="0">
                <a:solidFill>
                  <a:srgbClr val="000000"/>
                </a:solidFill>
                <a:latin typeface="Arial" pitchFamily="2"/>
                <a:ea typeface="DejaVu Sans" pitchFamily="2"/>
                <a:cs typeface="DejaVu Sans" pitchFamily="2"/>
              </a:rPr>
              <a:t>Models ESD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2BACFB2-987F-456D-9815-C7C51A53C678}"/>
              </a:ext>
            </a:extLst>
          </p:cNvPr>
          <p:cNvSpPr/>
          <p:nvPr/>
        </p:nvSpPr>
        <p:spPr>
          <a:xfrm>
            <a:off x="737228" y="6327717"/>
            <a:ext cx="3956069" cy="4188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1641" tIns="40816" rIns="81641" bIns="40816" anchor="t" anchorCtr="0" compatLnSpc="1">
            <a:noAutofit/>
          </a:bodyPr>
          <a:lstStyle/>
          <a:p>
            <a:pPr defTabSz="914213">
              <a:tabLst>
                <a:tab pos="407526" algn="l"/>
                <a:tab pos="815053" algn="l"/>
                <a:tab pos="1222579" algn="l"/>
                <a:tab pos="1630106" algn="l"/>
                <a:tab pos="2037632" algn="l"/>
                <a:tab pos="2445159" algn="l"/>
                <a:tab pos="2852685" algn="l"/>
                <a:tab pos="3260212" algn="l"/>
                <a:tab pos="3667738" algn="l"/>
                <a:tab pos="4075256" algn="l"/>
                <a:tab pos="4482782" algn="l"/>
                <a:tab pos="4890309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a-ES" sz="1633" b="1" dirty="0">
                <a:solidFill>
                  <a:srgbClr val="000000"/>
                </a:solidFill>
                <a:latin typeface="Arial" pitchFamily="34"/>
                <a:ea typeface="MS PGothic" pitchFamily="34"/>
                <a:cs typeface="WenQuanYi Micro Hei"/>
              </a:rPr>
              <a:t>Laboratori De Sistemes Electrònics I</a:t>
            </a:r>
          </a:p>
        </p:txBody>
      </p:sp>
      <p:pic>
        <p:nvPicPr>
          <p:cNvPr id="10" name="Picture 8" descr="Resultado de imagen de RF grup ub">
            <a:extLst>
              <a:ext uri="{FF2B5EF4-FFF2-40B4-BE49-F238E27FC236}">
                <a16:creationId xmlns:a16="http://schemas.microsoft.com/office/drawing/2014/main" id="{40D818FE-4FE4-401E-8B44-FCB850DCFB02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708340" y="134221"/>
            <a:ext cx="2642489" cy="750553"/>
          </a:xfrm>
          <a:prstGeom prst="rect">
            <a:avLst/>
          </a:prstGeom>
          <a:ln w="0">
            <a:noFill/>
          </a:ln>
        </p:spPr>
      </p:pic>
      <p:pic>
        <p:nvPicPr>
          <p:cNvPr id="2050" name="Picture 2" descr="Human body causing an electric discharge on the “device under test” (DUT) |  Download Scientific Diagram">
            <a:extLst>
              <a:ext uri="{FF2B5EF4-FFF2-40B4-BE49-F238E27FC236}">
                <a16:creationId xmlns:a16="http://schemas.microsoft.com/office/drawing/2014/main" id="{64BE7FB9-E587-4157-9914-B5A913ACF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171" y="1717982"/>
            <a:ext cx="1762125" cy="193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DA0554A2-5EA4-48C5-A2AA-B04B0C176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2295" y="1016044"/>
            <a:ext cx="6768534" cy="3040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A4FCFA8A-3571-419B-A0B0-60788B38C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88" y="4159812"/>
            <a:ext cx="9906000" cy="185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5513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FFDEF4D7-CA83-4971-A983-950EA1D6EBAF}"/>
              </a:ext>
            </a:extLst>
          </p:cNvPr>
          <p:cNvSpPr/>
          <p:nvPr/>
        </p:nvSpPr>
        <p:spPr>
          <a:xfrm>
            <a:off x="6035883" y="6356516"/>
            <a:ext cx="2878563" cy="122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 defTabSz="914213">
              <a:tabLst>
                <a:tab pos="407526" algn="l"/>
                <a:tab pos="815053" algn="l"/>
                <a:tab pos="1222579" algn="l"/>
                <a:tab pos="1630106" algn="l"/>
                <a:tab pos="2037632" algn="l"/>
                <a:tab pos="2445159" algn="l"/>
                <a:tab pos="2852685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ca-ES" sz="1270" b="1">
              <a:solidFill>
                <a:srgbClr val="000000"/>
              </a:solidFill>
              <a:latin typeface="Arial" pitchFamily="34"/>
              <a:ea typeface="MS PGothic" pitchFamily="34"/>
              <a:cs typeface="WenQuanYi Micro Hei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48FD8E0-CE93-494A-BA4D-2B64DC566404}"/>
              </a:ext>
            </a:extLst>
          </p:cNvPr>
          <p:cNvSpPr/>
          <p:nvPr/>
        </p:nvSpPr>
        <p:spPr>
          <a:xfrm>
            <a:off x="8990762" y="6356517"/>
            <a:ext cx="452642" cy="36127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algn="ctr" defTabSz="914213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2DA8BD0-ACC2-4CDB-9B04-BE430CC3D8EC}" type="slidenum">
              <a:rPr lang="ca-ES" sz="1633">
                <a:solidFill>
                  <a:srgbClr val="000000"/>
                </a:solidFill>
                <a:latin typeface="Calibri"/>
                <a:ea typeface="MS PGothic" pitchFamily="34"/>
              </a:rPr>
              <a:pPr algn="ctr" defTabSz="914213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11</a:t>
            </a:fld>
            <a:endParaRPr lang="ca-ES" sz="1633">
              <a:solidFill>
                <a:srgbClr val="000000"/>
              </a:solidFill>
              <a:latin typeface="Calibri"/>
              <a:ea typeface="MS PGothic" pitchFamily="34"/>
            </a:endParaRPr>
          </a:p>
        </p:txBody>
      </p:sp>
      <p:cxnSp>
        <p:nvCxnSpPr>
          <p:cNvPr id="5" name="Conector recto 2">
            <a:extLst>
              <a:ext uri="{FF2B5EF4-FFF2-40B4-BE49-F238E27FC236}">
                <a16:creationId xmlns:a16="http://schemas.microsoft.com/office/drawing/2014/main" id="{DC15A95D-48F0-4844-B645-27C033C71695}"/>
              </a:ext>
            </a:extLst>
          </p:cNvPr>
          <p:cNvCxnSpPr>
            <a:cxnSpLocks/>
          </p:cNvCxnSpPr>
          <p:nvPr/>
        </p:nvCxnSpPr>
        <p:spPr>
          <a:xfrm flipH="1" flipV="1">
            <a:off x="555171" y="1009332"/>
            <a:ext cx="8888234" cy="6712"/>
          </a:xfrm>
          <a:prstGeom prst="straightConnector1">
            <a:avLst/>
          </a:prstGeom>
          <a:noFill/>
          <a:ln w="31747" cap="flat">
            <a:solidFill>
              <a:srgbClr val="000000"/>
            </a:solidFill>
            <a:prstDash val="solid"/>
            <a:miter/>
          </a:ln>
        </p:spPr>
      </p:cxnSp>
      <p:sp>
        <p:nvSpPr>
          <p:cNvPr id="6" name="Forma libre: forma 7">
            <a:extLst>
              <a:ext uri="{FF2B5EF4-FFF2-40B4-BE49-F238E27FC236}">
                <a16:creationId xmlns:a16="http://schemas.microsoft.com/office/drawing/2014/main" id="{273EBB3C-E371-4DE7-9502-E477E63B4C6D}"/>
              </a:ext>
            </a:extLst>
          </p:cNvPr>
          <p:cNvSpPr/>
          <p:nvPr/>
        </p:nvSpPr>
        <p:spPr>
          <a:xfrm>
            <a:off x="462595" y="307394"/>
            <a:ext cx="3344295" cy="70865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89994" tIns="46797" rIns="89994" bIns="46797" anchor="t" anchorCtr="1" compatLnSpc="1">
            <a:spAutoFit/>
          </a:bodyPr>
          <a:lstStyle/>
          <a:p>
            <a:pPr defTabSz="914213">
              <a:spcBef>
                <a:spcPts val="1751"/>
              </a:spcBef>
              <a:tabLst>
                <a:tab pos="0" algn="l"/>
                <a:tab pos="448858" algn="l"/>
                <a:tab pos="898081" algn="l"/>
                <a:tab pos="1347304" algn="l"/>
                <a:tab pos="1796527" algn="l"/>
                <a:tab pos="2245750" algn="l"/>
                <a:tab pos="2694973" algn="l"/>
                <a:tab pos="3144195" algn="l"/>
                <a:tab pos="3593419" algn="l"/>
                <a:tab pos="4042642" algn="l"/>
                <a:tab pos="4491865" algn="l"/>
                <a:tab pos="4941080" algn="l"/>
                <a:tab pos="5390303" algn="l"/>
                <a:tab pos="5839526" algn="l"/>
                <a:tab pos="6288749" algn="l"/>
                <a:tab pos="6737971" algn="l"/>
                <a:tab pos="7187195" algn="l"/>
                <a:tab pos="7636418" algn="l"/>
                <a:tab pos="8085633" algn="l"/>
                <a:tab pos="8534864" algn="l"/>
                <a:tab pos="898408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a-ES" sz="3991" b="1" dirty="0">
                <a:solidFill>
                  <a:srgbClr val="000000"/>
                </a:solidFill>
                <a:latin typeface="Arial" pitchFamily="2"/>
                <a:ea typeface="DejaVu Sans" pitchFamily="2"/>
                <a:cs typeface="DejaVu Sans" pitchFamily="2"/>
              </a:rPr>
              <a:t>Models ESD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2BACFB2-987F-456D-9815-C7C51A53C678}"/>
              </a:ext>
            </a:extLst>
          </p:cNvPr>
          <p:cNvSpPr/>
          <p:nvPr/>
        </p:nvSpPr>
        <p:spPr>
          <a:xfrm>
            <a:off x="737228" y="6327717"/>
            <a:ext cx="3956069" cy="4188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1641" tIns="40816" rIns="81641" bIns="40816" anchor="t" anchorCtr="0" compatLnSpc="1">
            <a:noAutofit/>
          </a:bodyPr>
          <a:lstStyle/>
          <a:p>
            <a:pPr defTabSz="914213">
              <a:tabLst>
                <a:tab pos="407526" algn="l"/>
                <a:tab pos="815053" algn="l"/>
                <a:tab pos="1222579" algn="l"/>
                <a:tab pos="1630106" algn="l"/>
                <a:tab pos="2037632" algn="l"/>
                <a:tab pos="2445159" algn="l"/>
                <a:tab pos="2852685" algn="l"/>
                <a:tab pos="3260212" algn="l"/>
                <a:tab pos="3667738" algn="l"/>
                <a:tab pos="4075256" algn="l"/>
                <a:tab pos="4482782" algn="l"/>
                <a:tab pos="4890309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a-ES" sz="1633" b="1" dirty="0">
                <a:solidFill>
                  <a:srgbClr val="000000"/>
                </a:solidFill>
                <a:latin typeface="Arial" pitchFamily="34"/>
                <a:ea typeface="MS PGothic" pitchFamily="34"/>
                <a:cs typeface="WenQuanYi Micro Hei"/>
              </a:rPr>
              <a:t>Laboratori De Sistemes Electrònics I</a:t>
            </a:r>
          </a:p>
        </p:txBody>
      </p:sp>
      <p:pic>
        <p:nvPicPr>
          <p:cNvPr id="10" name="Picture 8" descr="Resultado de imagen de RF grup ub">
            <a:extLst>
              <a:ext uri="{FF2B5EF4-FFF2-40B4-BE49-F238E27FC236}">
                <a16:creationId xmlns:a16="http://schemas.microsoft.com/office/drawing/2014/main" id="{40D818FE-4FE4-401E-8B44-FCB850DCFB02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708340" y="134221"/>
            <a:ext cx="2642489" cy="750553"/>
          </a:xfrm>
          <a:prstGeom prst="rect">
            <a:avLst/>
          </a:prstGeom>
          <a:ln w="0">
            <a:noFill/>
          </a:ln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AA6C7262-32C5-406A-8D4A-A6EF222E5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465" y="1398127"/>
            <a:ext cx="7543070" cy="4929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8862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6" name="Picture 6" descr="Ionisers">
            <a:extLst>
              <a:ext uri="{FF2B5EF4-FFF2-40B4-BE49-F238E27FC236}">
                <a16:creationId xmlns:a16="http://schemas.microsoft.com/office/drawing/2014/main" id="{09D7543E-A301-4167-8B5B-659035934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823" y="5224486"/>
            <a:ext cx="2013118" cy="1132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FFDEF4D7-CA83-4971-A983-950EA1D6EBAF}"/>
              </a:ext>
            </a:extLst>
          </p:cNvPr>
          <p:cNvSpPr/>
          <p:nvPr/>
        </p:nvSpPr>
        <p:spPr>
          <a:xfrm>
            <a:off x="6035883" y="6356516"/>
            <a:ext cx="2878563" cy="122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 defTabSz="914213">
              <a:tabLst>
                <a:tab pos="407526" algn="l"/>
                <a:tab pos="815053" algn="l"/>
                <a:tab pos="1222579" algn="l"/>
                <a:tab pos="1630106" algn="l"/>
                <a:tab pos="2037632" algn="l"/>
                <a:tab pos="2445159" algn="l"/>
                <a:tab pos="2852685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ca-ES" sz="1270" b="1">
              <a:solidFill>
                <a:srgbClr val="000000"/>
              </a:solidFill>
              <a:latin typeface="Arial" pitchFamily="34"/>
              <a:ea typeface="MS PGothic" pitchFamily="34"/>
              <a:cs typeface="WenQuanYi Micro Hei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48FD8E0-CE93-494A-BA4D-2B64DC566404}"/>
              </a:ext>
            </a:extLst>
          </p:cNvPr>
          <p:cNvSpPr/>
          <p:nvPr/>
        </p:nvSpPr>
        <p:spPr>
          <a:xfrm>
            <a:off x="8990762" y="6356517"/>
            <a:ext cx="452642" cy="36127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algn="ctr" defTabSz="914213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2DA8BD0-ACC2-4CDB-9B04-BE430CC3D8EC}" type="slidenum">
              <a:rPr lang="ca-ES" sz="1633">
                <a:solidFill>
                  <a:srgbClr val="000000"/>
                </a:solidFill>
                <a:latin typeface="Calibri"/>
                <a:ea typeface="MS PGothic" pitchFamily="34"/>
              </a:rPr>
              <a:pPr algn="ctr" defTabSz="914213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12</a:t>
            </a:fld>
            <a:endParaRPr lang="ca-ES" sz="1633">
              <a:solidFill>
                <a:srgbClr val="000000"/>
              </a:solidFill>
              <a:latin typeface="Calibri"/>
              <a:ea typeface="MS PGothic" pitchFamily="34"/>
            </a:endParaRPr>
          </a:p>
        </p:txBody>
      </p:sp>
      <p:cxnSp>
        <p:nvCxnSpPr>
          <p:cNvPr id="5" name="Conector recto 2">
            <a:extLst>
              <a:ext uri="{FF2B5EF4-FFF2-40B4-BE49-F238E27FC236}">
                <a16:creationId xmlns:a16="http://schemas.microsoft.com/office/drawing/2014/main" id="{DC15A95D-48F0-4844-B645-27C033C71695}"/>
              </a:ext>
            </a:extLst>
          </p:cNvPr>
          <p:cNvCxnSpPr>
            <a:cxnSpLocks/>
          </p:cNvCxnSpPr>
          <p:nvPr/>
        </p:nvCxnSpPr>
        <p:spPr>
          <a:xfrm flipH="1" flipV="1">
            <a:off x="555171" y="962678"/>
            <a:ext cx="8888234" cy="6712"/>
          </a:xfrm>
          <a:prstGeom prst="straightConnector1">
            <a:avLst/>
          </a:prstGeom>
          <a:noFill/>
          <a:ln w="31747" cap="flat">
            <a:solidFill>
              <a:srgbClr val="000000"/>
            </a:solidFill>
            <a:prstDash val="solid"/>
            <a:miter/>
          </a:ln>
        </p:spPr>
      </p:cxnSp>
      <p:sp>
        <p:nvSpPr>
          <p:cNvPr id="6" name="Forma libre: forma 7">
            <a:extLst>
              <a:ext uri="{FF2B5EF4-FFF2-40B4-BE49-F238E27FC236}">
                <a16:creationId xmlns:a16="http://schemas.microsoft.com/office/drawing/2014/main" id="{273EBB3C-E371-4DE7-9502-E477E63B4C6D}"/>
              </a:ext>
            </a:extLst>
          </p:cNvPr>
          <p:cNvSpPr/>
          <p:nvPr/>
        </p:nvSpPr>
        <p:spPr>
          <a:xfrm>
            <a:off x="275253" y="260740"/>
            <a:ext cx="5528388" cy="70865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89994" tIns="46797" rIns="89994" bIns="46797" anchor="t" anchorCtr="1" compatLnSpc="1">
            <a:spAutoFit/>
          </a:bodyPr>
          <a:lstStyle/>
          <a:p>
            <a:pPr defTabSz="914213">
              <a:spcBef>
                <a:spcPts val="1751"/>
              </a:spcBef>
              <a:tabLst>
                <a:tab pos="0" algn="l"/>
                <a:tab pos="448858" algn="l"/>
                <a:tab pos="898081" algn="l"/>
                <a:tab pos="1347304" algn="l"/>
                <a:tab pos="1796527" algn="l"/>
                <a:tab pos="2245750" algn="l"/>
                <a:tab pos="2694973" algn="l"/>
                <a:tab pos="3144195" algn="l"/>
                <a:tab pos="3593419" algn="l"/>
                <a:tab pos="4042642" algn="l"/>
                <a:tab pos="4491865" algn="l"/>
                <a:tab pos="4941080" algn="l"/>
                <a:tab pos="5390303" algn="l"/>
                <a:tab pos="5839526" algn="l"/>
                <a:tab pos="6288749" algn="l"/>
                <a:tab pos="6737971" algn="l"/>
                <a:tab pos="7187195" algn="l"/>
                <a:tab pos="7636418" algn="l"/>
                <a:tab pos="8085633" algn="l"/>
                <a:tab pos="8534864" algn="l"/>
                <a:tab pos="898408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3991" b="1" dirty="0">
                <a:solidFill>
                  <a:srgbClr val="000000"/>
                </a:solidFill>
                <a:latin typeface="Arial" pitchFamily="2"/>
                <a:ea typeface="DejaVu Sans" pitchFamily="2"/>
                <a:cs typeface="DejaVu Sans" pitchFamily="2"/>
              </a:rPr>
              <a:t>N</a:t>
            </a:r>
            <a:r>
              <a:rPr lang="ca-ES" sz="3991" b="1" dirty="0" err="1">
                <a:solidFill>
                  <a:srgbClr val="000000"/>
                </a:solidFill>
                <a:latin typeface="Arial" pitchFamily="2"/>
                <a:ea typeface="DejaVu Sans" pitchFamily="2"/>
                <a:cs typeface="DejaVu Sans" pitchFamily="2"/>
              </a:rPr>
              <a:t>ivells</a:t>
            </a:r>
            <a:r>
              <a:rPr lang="ca-ES" sz="3991" b="1" dirty="0">
                <a:solidFill>
                  <a:srgbClr val="000000"/>
                </a:solidFill>
                <a:latin typeface="Arial" pitchFamily="2"/>
                <a:ea typeface="DejaVu Sans" pitchFamily="2"/>
                <a:cs typeface="DejaVu Sans" pitchFamily="2"/>
              </a:rPr>
              <a:t> de protecció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2BACFB2-987F-456D-9815-C7C51A53C678}"/>
              </a:ext>
            </a:extLst>
          </p:cNvPr>
          <p:cNvSpPr/>
          <p:nvPr/>
        </p:nvSpPr>
        <p:spPr>
          <a:xfrm>
            <a:off x="737228" y="6327717"/>
            <a:ext cx="3956069" cy="4188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1641" tIns="40816" rIns="81641" bIns="40816" anchor="t" anchorCtr="0" compatLnSpc="1">
            <a:noAutofit/>
          </a:bodyPr>
          <a:lstStyle/>
          <a:p>
            <a:pPr defTabSz="914213">
              <a:tabLst>
                <a:tab pos="407526" algn="l"/>
                <a:tab pos="815053" algn="l"/>
                <a:tab pos="1222579" algn="l"/>
                <a:tab pos="1630106" algn="l"/>
                <a:tab pos="2037632" algn="l"/>
                <a:tab pos="2445159" algn="l"/>
                <a:tab pos="2852685" algn="l"/>
                <a:tab pos="3260212" algn="l"/>
                <a:tab pos="3667738" algn="l"/>
                <a:tab pos="4075256" algn="l"/>
                <a:tab pos="4482782" algn="l"/>
                <a:tab pos="4890309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a-ES" sz="1633" b="1" dirty="0">
                <a:solidFill>
                  <a:srgbClr val="000000"/>
                </a:solidFill>
                <a:latin typeface="Arial" pitchFamily="34"/>
                <a:ea typeface="MS PGothic" pitchFamily="34"/>
                <a:cs typeface="WenQuanYi Micro Hei"/>
              </a:rPr>
              <a:t>Laboratori De Sistemes Electrònics I</a:t>
            </a:r>
          </a:p>
        </p:txBody>
      </p:sp>
      <p:pic>
        <p:nvPicPr>
          <p:cNvPr id="10" name="Picture 8" descr="Resultado de imagen de RF grup ub">
            <a:extLst>
              <a:ext uri="{FF2B5EF4-FFF2-40B4-BE49-F238E27FC236}">
                <a16:creationId xmlns:a16="http://schemas.microsoft.com/office/drawing/2014/main" id="{40D818FE-4FE4-401E-8B44-FCB850DCFB02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708340" y="134221"/>
            <a:ext cx="2642489" cy="750553"/>
          </a:xfrm>
          <a:prstGeom prst="rect">
            <a:avLst/>
          </a:prstGeom>
          <a:ln w="0">
            <a:noFill/>
          </a:ln>
        </p:spPr>
      </p:pic>
      <p:sp>
        <p:nvSpPr>
          <p:cNvPr id="8" name="Text Box 4">
            <a:extLst>
              <a:ext uri="{FF2B5EF4-FFF2-40B4-BE49-F238E27FC236}">
                <a16:creationId xmlns:a16="http://schemas.microsoft.com/office/drawing/2014/main" id="{1614F495-5F9D-46F3-954C-3766A316B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228" y="1176051"/>
            <a:ext cx="8888235" cy="2897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66336" rIns="90000" bIns="45000"/>
          <a:lstStyle>
            <a:lvl1pPr marL="215900" indent="-215900">
              <a:lnSpc>
                <a:spcPct val="93000"/>
              </a:lnSpc>
              <a:spcBef>
                <a:spcPts val="156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35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lnSpc>
                <a:spcPct val="93000"/>
              </a:lnSpc>
              <a:spcBef>
                <a:spcPts val="12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31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lnSpc>
                <a:spcPct val="93000"/>
              </a:lnSpc>
              <a:spcBef>
                <a:spcPts val="93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lnSpc>
                <a:spcPct val="93000"/>
              </a:lnSpc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lnSpc>
                <a:spcPct val="93000"/>
              </a:lnSpc>
              <a:spcBef>
                <a:spcPts val="31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457200" indent="-457200" eaLnBrk="1">
              <a:spcBef>
                <a:spcPct val="0"/>
              </a:spcBef>
              <a:spcAft>
                <a:spcPts val="1138"/>
              </a:spcAft>
              <a:buFont typeface="Wingdings" panose="05000000000000000000" pitchFamily="2" charset="2"/>
              <a:buChar char="Ø"/>
            </a:pPr>
            <a:r>
              <a:rPr lang="ca-ES" altLang="es-ES" sz="2400" b="1" dirty="0"/>
              <a:t>Nivell fabricació</a:t>
            </a:r>
            <a:r>
              <a:rPr lang="ca-ES" altLang="es-ES" sz="2400" dirty="0"/>
              <a:t>: ús de </a:t>
            </a:r>
            <a:r>
              <a:rPr lang="ca-ES" altLang="es-ES" sz="2400" dirty="0" err="1"/>
              <a:t>ionitzadors</a:t>
            </a:r>
            <a:r>
              <a:rPr lang="ca-ES" altLang="es-ES" sz="2400" dirty="0"/>
              <a:t> d’aire a les </a:t>
            </a:r>
            <a:r>
              <a:rPr lang="ca-ES" altLang="es-ES" sz="2400" dirty="0" err="1"/>
              <a:t>foundries</a:t>
            </a:r>
            <a:r>
              <a:rPr lang="ca-ES" altLang="es-ES" sz="2400" dirty="0"/>
              <a:t> i línies </a:t>
            </a:r>
            <a:r>
              <a:rPr lang="ca-ES" altLang="es-ES" sz="2400" dirty="0" err="1"/>
              <a:t>d’ensamblatges</a:t>
            </a:r>
            <a:r>
              <a:rPr lang="ca-ES" altLang="es-ES" sz="2400" dirty="0"/>
              <a:t>.</a:t>
            </a:r>
          </a:p>
          <a:p>
            <a:pPr marL="457200" indent="-457200" eaLnBrk="1">
              <a:spcBef>
                <a:spcPct val="0"/>
              </a:spcBef>
              <a:spcAft>
                <a:spcPts val="1138"/>
              </a:spcAft>
              <a:buFont typeface="Wingdings" panose="05000000000000000000" pitchFamily="2" charset="2"/>
              <a:buChar char="Ø"/>
            </a:pPr>
            <a:r>
              <a:rPr lang="ca-ES" altLang="es-ES" sz="2400" b="1" dirty="0"/>
              <a:t>Nivell procés</a:t>
            </a:r>
            <a:r>
              <a:rPr lang="ca-ES" altLang="es-ES" sz="2400" dirty="0"/>
              <a:t>: modificació de processos tecnològics per a fer transistors que ja incorporin protecció ESD (</a:t>
            </a:r>
            <a:r>
              <a:rPr lang="ca-ES" altLang="es-ES" sz="2400" dirty="0" err="1"/>
              <a:t>e.g</a:t>
            </a:r>
            <a:r>
              <a:rPr lang="ca-ES" altLang="es-ES" sz="2400" dirty="0"/>
              <a:t>., transistor paràsit NPN a les </a:t>
            </a:r>
            <a:r>
              <a:rPr lang="ca-ES" altLang="es-ES" sz="2400" dirty="0" err="1"/>
              <a:t>tecnos</a:t>
            </a:r>
            <a:r>
              <a:rPr lang="ca-ES" altLang="es-ES" sz="2400" dirty="0"/>
              <a:t> CMOS).</a:t>
            </a:r>
          </a:p>
          <a:p>
            <a:pPr marL="457200" indent="-457200" eaLnBrk="1">
              <a:spcBef>
                <a:spcPct val="0"/>
              </a:spcBef>
              <a:spcAft>
                <a:spcPts val="1138"/>
              </a:spcAft>
              <a:buFont typeface="Wingdings" panose="05000000000000000000" pitchFamily="2" charset="2"/>
              <a:buChar char="Ø"/>
            </a:pPr>
            <a:r>
              <a:rPr lang="ca-ES" altLang="es-ES" sz="2400" b="1" dirty="0"/>
              <a:t>Nivell on-chip</a:t>
            </a:r>
            <a:r>
              <a:rPr lang="ca-ES" altLang="es-ES" sz="2400" dirty="0"/>
              <a:t>: disseny de circuits de protecció on-chip (díodes i circuits de </a:t>
            </a:r>
            <a:r>
              <a:rPr lang="ca-ES" altLang="es-ES" sz="2400" dirty="0" err="1"/>
              <a:t>campling</a:t>
            </a:r>
            <a:r>
              <a:rPr lang="ca-ES" altLang="es-ES" sz="2400" dirty="0"/>
              <a:t>).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794868C-E132-4D16-AE10-3794A28446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9275" y="4552974"/>
            <a:ext cx="2600026" cy="1295708"/>
          </a:xfrm>
          <a:prstGeom prst="rect">
            <a:avLst/>
          </a:prstGeom>
        </p:spPr>
      </p:pic>
      <p:pic>
        <p:nvPicPr>
          <p:cNvPr id="5122" name="Picture 2" descr="Conventional ESD protection scheme with a power clamp. | Download  Scientific Diagram">
            <a:extLst>
              <a:ext uri="{FF2B5EF4-FFF2-40B4-BE49-F238E27FC236}">
                <a16:creationId xmlns:a16="http://schemas.microsoft.com/office/drawing/2014/main" id="{EE35CBC9-8A6B-4668-B91D-591061EE4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5250" y="4280601"/>
            <a:ext cx="2948668" cy="1765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50603 Desco Europe | Ionizador Desco Europe 255 → 510m³/h 50603, 220V ac  Sí, 3 ventiladores, Gastos generales 10 → 20V Tipo F | 121-2701 | RS  Components">
            <a:extLst>
              <a:ext uri="{FF2B5EF4-FFF2-40B4-BE49-F238E27FC236}">
                <a16:creationId xmlns:a16="http://schemas.microsoft.com/office/drawing/2014/main" id="{2D39B5D1-57E8-43C2-93A8-29C233858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875" y="3881461"/>
            <a:ext cx="340042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0755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FFDEF4D7-CA83-4971-A983-950EA1D6EBAF}"/>
              </a:ext>
            </a:extLst>
          </p:cNvPr>
          <p:cNvSpPr/>
          <p:nvPr/>
        </p:nvSpPr>
        <p:spPr>
          <a:xfrm>
            <a:off x="6035883" y="6356516"/>
            <a:ext cx="2878563" cy="122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 defTabSz="914213">
              <a:tabLst>
                <a:tab pos="407526" algn="l"/>
                <a:tab pos="815053" algn="l"/>
                <a:tab pos="1222579" algn="l"/>
                <a:tab pos="1630106" algn="l"/>
                <a:tab pos="2037632" algn="l"/>
                <a:tab pos="2445159" algn="l"/>
                <a:tab pos="2852685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ca-ES" sz="1270" b="1">
              <a:solidFill>
                <a:srgbClr val="000000"/>
              </a:solidFill>
              <a:latin typeface="Arial" pitchFamily="34"/>
              <a:ea typeface="MS PGothic" pitchFamily="34"/>
              <a:cs typeface="WenQuanYi Micro Hei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48FD8E0-CE93-494A-BA4D-2B64DC566404}"/>
              </a:ext>
            </a:extLst>
          </p:cNvPr>
          <p:cNvSpPr/>
          <p:nvPr/>
        </p:nvSpPr>
        <p:spPr>
          <a:xfrm>
            <a:off x="8990762" y="6356517"/>
            <a:ext cx="452642" cy="36127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algn="ctr" defTabSz="914213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2DA8BD0-ACC2-4CDB-9B04-BE430CC3D8EC}" type="slidenum">
              <a:rPr lang="ca-ES" sz="1633">
                <a:solidFill>
                  <a:srgbClr val="000000"/>
                </a:solidFill>
                <a:latin typeface="Calibri"/>
                <a:ea typeface="MS PGothic" pitchFamily="34"/>
              </a:rPr>
              <a:pPr algn="ctr" defTabSz="914213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13</a:t>
            </a:fld>
            <a:endParaRPr lang="ca-ES" sz="1633">
              <a:solidFill>
                <a:srgbClr val="000000"/>
              </a:solidFill>
              <a:latin typeface="Calibri"/>
              <a:ea typeface="MS PGothic" pitchFamily="34"/>
            </a:endParaRPr>
          </a:p>
        </p:txBody>
      </p:sp>
      <p:cxnSp>
        <p:nvCxnSpPr>
          <p:cNvPr id="5" name="Conector recto 2">
            <a:extLst>
              <a:ext uri="{FF2B5EF4-FFF2-40B4-BE49-F238E27FC236}">
                <a16:creationId xmlns:a16="http://schemas.microsoft.com/office/drawing/2014/main" id="{DC15A95D-48F0-4844-B645-27C033C71695}"/>
              </a:ext>
            </a:extLst>
          </p:cNvPr>
          <p:cNvCxnSpPr>
            <a:cxnSpLocks/>
          </p:cNvCxnSpPr>
          <p:nvPr/>
        </p:nvCxnSpPr>
        <p:spPr>
          <a:xfrm flipH="1" flipV="1">
            <a:off x="555171" y="962678"/>
            <a:ext cx="8888234" cy="6712"/>
          </a:xfrm>
          <a:prstGeom prst="straightConnector1">
            <a:avLst/>
          </a:prstGeom>
          <a:noFill/>
          <a:ln w="31747" cap="flat">
            <a:solidFill>
              <a:srgbClr val="000000"/>
            </a:solidFill>
            <a:prstDash val="solid"/>
            <a:miter/>
          </a:ln>
        </p:spPr>
      </p:cxnSp>
      <p:sp>
        <p:nvSpPr>
          <p:cNvPr id="6" name="Forma libre: forma 7">
            <a:extLst>
              <a:ext uri="{FF2B5EF4-FFF2-40B4-BE49-F238E27FC236}">
                <a16:creationId xmlns:a16="http://schemas.microsoft.com/office/drawing/2014/main" id="{273EBB3C-E371-4DE7-9502-E477E63B4C6D}"/>
              </a:ext>
            </a:extLst>
          </p:cNvPr>
          <p:cNvSpPr/>
          <p:nvPr/>
        </p:nvSpPr>
        <p:spPr>
          <a:xfrm>
            <a:off x="275253" y="260740"/>
            <a:ext cx="5528388" cy="70865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89994" tIns="46797" rIns="89994" bIns="46797" anchor="t" anchorCtr="1" compatLnSpc="1">
            <a:spAutoFit/>
          </a:bodyPr>
          <a:lstStyle/>
          <a:p>
            <a:pPr defTabSz="914213">
              <a:spcBef>
                <a:spcPts val="1751"/>
              </a:spcBef>
              <a:tabLst>
                <a:tab pos="0" algn="l"/>
                <a:tab pos="448858" algn="l"/>
                <a:tab pos="898081" algn="l"/>
                <a:tab pos="1347304" algn="l"/>
                <a:tab pos="1796527" algn="l"/>
                <a:tab pos="2245750" algn="l"/>
                <a:tab pos="2694973" algn="l"/>
                <a:tab pos="3144195" algn="l"/>
                <a:tab pos="3593419" algn="l"/>
                <a:tab pos="4042642" algn="l"/>
                <a:tab pos="4491865" algn="l"/>
                <a:tab pos="4941080" algn="l"/>
                <a:tab pos="5390303" algn="l"/>
                <a:tab pos="5839526" algn="l"/>
                <a:tab pos="6288749" algn="l"/>
                <a:tab pos="6737971" algn="l"/>
                <a:tab pos="7187195" algn="l"/>
                <a:tab pos="7636418" algn="l"/>
                <a:tab pos="8085633" algn="l"/>
                <a:tab pos="8534864" algn="l"/>
                <a:tab pos="898408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3991" b="1" dirty="0">
                <a:solidFill>
                  <a:srgbClr val="000000"/>
                </a:solidFill>
                <a:latin typeface="Arial" pitchFamily="2"/>
                <a:ea typeface="DejaVu Sans" pitchFamily="2"/>
                <a:cs typeface="DejaVu Sans" pitchFamily="2"/>
              </a:rPr>
              <a:t>N</a:t>
            </a:r>
            <a:r>
              <a:rPr lang="ca-ES" sz="3991" b="1" dirty="0" err="1">
                <a:solidFill>
                  <a:srgbClr val="000000"/>
                </a:solidFill>
                <a:latin typeface="Arial" pitchFamily="2"/>
                <a:ea typeface="DejaVu Sans" pitchFamily="2"/>
                <a:cs typeface="DejaVu Sans" pitchFamily="2"/>
              </a:rPr>
              <a:t>ivells</a:t>
            </a:r>
            <a:r>
              <a:rPr lang="ca-ES" sz="3991" b="1" dirty="0">
                <a:solidFill>
                  <a:srgbClr val="000000"/>
                </a:solidFill>
                <a:latin typeface="Arial" pitchFamily="2"/>
                <a:ea typeface="DejaVu Sans" pitchFamily="2"/>
                <a:cs typeface="DejaVu Sans" pitchFamily="2"/>
              </a:rPr>
              <a:t> de protecció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2BACFB2-987F-456D-9815-C7C51A53C678}"/>
              </a:ext>
            </a:extLst>
          </p:cNvPr>
          <p:cNvSpPr/>
          <p:nvPr/>
        </p:nvSpPr>
        <p:spPr>
          <a:xfrm>
            <a:off x="737228" y="6327717"/>
            <a:ext cx="3956069" cy="4188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1641" tIns="40816" rIns="81641" bIns="40816" anchor="t" anchorCtr="0" compatLnSpc="1">
            <a:noAutofit/>
          </a:bodyPr>
          <a:lstStyle/>
          <a:p>
            <a:pPr defTabSz="914213">
              <a:tabLst>
                <a:tab pos="407526" algn="l"/>
                <a:tab pos="815053" algn="l"/>
                <a:tab pos="1222579" algn="l"/>
                <a:tab pos="1630106" algn="l"/>
                <a:tab pos="2037632" algn="l"/>
                <a:tab pos="2445159" algn="l"/>
                <a:tab pos="2852685" algn="l"/>
                <a:tab pos="3260212" algn="l"/>
                <a:tab pos="3667738" algn="l"/>
                <a:tab pos="4075256" algn="l"/>
                <a:tab pos="4482782" algn="l"/>
                <a:tab pos="4890309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a-ES" sz="1633" b="1" dirty="0">
                <a:solidFill>
                  <a:srgbClr val="000000"/>
                </a:solidFill>
                <a:latin typeface="Arial" pitchFamily="34"/>
                <a:ea typeface="MS PGothic" pitchFamily="34"/>
                <a:cs typeface="WenQuanYi Micro Hei"/>
              </a:rPr>
              <a:t>Laboratori De Sistemes Electrònics I</a:t>
            </a:r>
          </a:p>
        </p:txBody>
      </p:sp>
      <p:pic>
        <p:nvPicPr>
          <p:cNvPr id="10" name="Picture 8" descr="Resultado de imagen de RF grup ub">
            <a:extLst>
              <a:ext uri="{FF2B5EF4-FFF2-40B4-BE49-F238E27FC236}">
                <a16:creationId xmlns:a16="http://schemas.microsoft.com/office/drawing/2014/main" id="{40D818FE-4FE4-401E-8B44-FCB850DCFB02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708340" y="134221"/>
            <a:ext cx="2642489" cy="750553"/>
          </a:xfrm>
          <a:prstGeom prst="rect">
            <a:avLst/>
          </a:prstGeom>
          <a:ln w="0">
            <a:noFill/>
          </a:ln>
        </p:spPr>
      </p:pic>
      <p:sp>
        <p:nvSpPr>
          <p:cNvPr id="8" name="Text Box 4">
            <a:extLst>
              <a:ext uri="{FF2B5EF4-FFF2-40B4-BE49-F238E27FC236}">
                <a16:creationId xmlns:a16="http://schemas.microsoft.com/office/drawing/2014/main" id="{1614F495-5F9D-46F3-954C-3766A316B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228" y="1176051"/>
            <a:ext cx="8888235" cy="2897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66336" rIns="90000" bIns="45000"/>
          <a:lstStyle>
            <a:lvl1pPr marL="215900" indent="-215900">
              <a:lnSpc>
                <a:spcPct val="93000"/>
              </a:lnSpc>
              <a:spcBef>
                <a:spcPts val="156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35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lnSpc>
                <a:spcPct val="93000"/>
              </a:lnSpc>
              <a:spcBef>
                <a:spcPts val="12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31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lnSpc>
                <a:spcPct val="93000"/>
              </a:lnSpc>
              <a:spcBef>
                <a:spcPts val="93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lnSpc>
                <a:spcPct val="93000"/>
              </a:lnSpc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lnSpc>
                <a:spcPct val="93000"/>
              </a:lnSpc>
              <a:spcBef>
                <a:spcPts val="31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457200" indent="-457200" eaLnBrk="1">
              <a:spcBef>
                <a:spcPct val="0"/>
              </a:spcBef>
              <a:spcAft>
                <a:spcPts val="1138"/>
              </a:spcAft>
              <a:buFont typeface="Wingdings" panose="05000000000000000000" pitchFamily="2" charset="2"/>
              <a:buChar char="Ø"/>
            </a:pPr>
            <a:r>
              <a:rPr lang="ca-ES" altLang="es-ES" sz="2400" i="1" dirty="0"/>
              <a:t>També dona per fer un problema de Circuits i Components Electrònics...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FBDB755-354A-4718-9B4A-307C3F0019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253" y="1948843"/>
            <a:ext cx="9451780" cy="42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177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FFDEF4D7-CA83-4971-A983-950EA1D6EBAF}"/>
              </a:ext>
            </a:extLst>
          </p:cNvPr>
          <p:cNvSpPr/>
          <p:nvPr/>
        </p:nvSpPr>
        <p:spPr>
          <a:xfrm>
            <a:off x="6035883" y="6356516"/>
            <a:ext cx="2878563" cy="122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 defTabSz="914213">
              <a:tabLst>
                <a:tab pos="407526" algn="l"/>
                <a:tab pos="815053" algn="l"/>
                <a:tab pos="1222579" algn="l"/>
                <a:tab pos="1630106" algn="l"/>
                <a:tab pos="2037632" algn="l"/>
                <a:tab pos="2445159" algn="l"/>
                <a:tab pos="2852685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ca-ES" sz="1270" b="1">
              <a:solidFill>
                <a:srgbClr val="000000"/>
              </a:solidFill>
              <a:latin typeface="Arial" pitchFamily="34"/>
              <a:ea typeface="MS PGothic" pitchFamily="34"/>
              <a:cs typeface="WenQuanYi Micro Hei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48FD8E0-CE93-494A-BA4D-2B64DC566404}"/>
              </a:ext>
            </a:extLst>
          </p:cNvPr>
          <p:cNvSpPr/>
          <p:nvPr/>
        </p:nvSpPr>
        <p:spPr>
          <a:xfrm>
            <a:off x="8990762" y="6356517"/>
            <a:ext cx="452642" cy="36127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algn="ctr" defTabSz="914213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2DA8BD0-ACC2-4CDB-9B04-BE430CC3D8EC}" type="slidenum">
              <a:rPr lang="ca-ES" sz="1633">
                <a:solidFill>
                  <a:srgbClr val="000000"/>
                </a:solidFill>
                <a:latin typeface="Calibri"/>
                <a:ea typeface="MS PGothic" pitchFamily="34"/>
              </a:rPr>
              <a:pPr algn="ctr" defTabSz="914213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14</a:t>
            </a:fld>
            <a:endParaRPr lang="ca-ES" sz="1633">
              <a:solidFill>
                <a:srgbClr val="000000"/>
              </a:solidFill>
              <a:latin typeface="Calibri"/>
              <a:ea typeface="MS PGothic" pitchFamily="34"/>
            </a:endParaRPr>
          </a:p>
        </p:txBody>
      </p:sp>
      <p:cxnSp>
        <p:nvCxnSpPr>
          <p:cNvPr id="5" name="Conector recto 2">
            <a:extLst>
              <a:ext uri="{FF2B5EF4-FFF2-40B4-BE49-F238E27FC236}">
                <a16:creationId xmlns:a16="http://schemas.microsoft.com/office/drawing/2014/main" id="{DC15A95D-48F0-4844-B645-27C033C71695}"/>
              </a:ext>
            </a:extLst>
          </p:cNvPr>
          <p:cNvCxnSpPr>
            <a:cxnSpLocks/>
          </p:cNvCxnSpPr>
          <p:nvPr/>
        </p:nvCxnSpPr>
        <p:spPr>
          <a:xfrm flipH="1" flipV="1">
            <a:off x="555171" y="962678"/>
            <a:ext cx="8888234" cy="6712"/>
          </a:xfrm>
          <a:prstGeom prst="straightConnector1">
            <a:avLst/>
          </a:prstGeom>
          <a:noFill/>
          <a:ln w="31747" cap="flat">
            <a:solidFill>
              <a:srgbClr val="000000"/>
            </a:solidFill>
            <a:prstDash val="solid"/>
            <a:miter/>
          </a:ln>
        </p:spPr>
      </p:cxnSp>
      <p:sp>
        <p:nvSpPr>
          <p:cNvPr id="6" name="Forma libre: forma 7">
            <a:extLst>
              <a:ext uri="{FF2B5EF4-FFF2-40B4-BE49-F238E27FC236}">
                <a16:creationId xmlns:a16="http://schemas.microsoft.com/office/drawing/2014/main" id="{273EBB3C-E371-4DE7-9502-E477E63B4C6D}"/>
              </a:ext>
            </a:extLst>
          </p:cNvPr>
          <p:cNvSpPr/>
          <p:nvPr/>
        </p:nvSpPr>
        <p:spPr>
          <a:xfrm>
            <a:off x="275253" y="260740"/>
            <a:ext cx="5528388" cy="70865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89994" tIns="46797" rIns="89994" bIns="46797" anchor="t" anchorCtr="1" compatLnSpc="1">
            <a:spAutoFit/>
          </a:bodyPr>
          <a:lstStyle/>
          <a:p>
            <a:pPr defTabSz="914213">
              <a:spcBef>
                <a:spcPts val="1751"/>
              </a:spcBef>
              <a:tabLst>
                <a:tab pos="0" algn="l"/>
                <a:tab pos="448858" algn="l"/>
                <a:tab pos="898081" algn="l"/>
                <a:tab pos="1347304" algn="l"/>
                <a:tab pos="1796527" algn="l"/>
                <a:tab pos="2245750" algn="l"/>
                <a:tab pos="2694973" algn="l"/>
                <a:tab pos="3144195" algn="l"/>
                <a:tab pos="3593419" algn="l"/>
                <a:tab pos="4042642" algn="l"/>
                <a:tab pos="4491865" algn="l"/>
                <a:tab pos="4941080" algn="l"/>
                <a:tab pos="5390303" algn="l"/>
                <a:tab pos="5839526" algn="l"/>
                <a:tab pos="6288749" algn="l"/>
                <a:tab pos="6737971" algn="l"/>
                <a:tab pos="7187195" algn="l"/>
                <a:tab pos="7636418" algn="l"/>
                <a:tab pos="8085633" algn="l"/>
                <a:tab pos="8534864" algn="l"/>
                <a:tab pos="898408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3991" b="1" dirty="0">
                <a:solidFill>
                  <a:srgbClr val="000000"/>
                </a:solidFill>
                <a:latin typeface="Arial" pitchFamily="2"/>
                <a:ea typeface="DejaVu Sans" pitchFamily="2"/>
                <a:cs typeface="DejaVu Sans" pitchFamily="2"/>
              </a:rPr>
              <a:t>N</a:t>
            </a:r>
            <a:r>
              <a:rPr lang="ca-ES" sz="3991" b="1" dirty="0" err="1">
                <a:solidFill>
                  <a:srgbClr val="000000"/>
                </a:solidFill>
                <a:latin typeface="Arial" pitchFamily="2"/>
                <a:ea typeface="DejaVu Sans" pitchFamily="2"/>
                <a:cs typeface="DejaVu Sans" pitchFamily="2"/>
              </a:rPr>
              <a:t>ivells</a:t>
            </a:r>
            <a:r>
              <a:rPr lang="ca-ES" sz="3991" b="1" dirty="0">
                <a:solidFill>
                  <a:srgbClr val="000000"/>
                </a:solidFill>
                <a:latin typeface="Arial" pitchFamily="2"/>
                <a:ea typeface="DejaVu Sans" pitchFamily="2"/>
                <a:cs typeface="DejaVu Sans" pitchFamily="2"/>
              </a:rPr>
              <a:t> de protecció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2BACFB2-987F-456D-9815-C7C51A53C678}"/>
              </a:ext>
            </a:extLst>
          </p:cNvPr>
          <p:cNvSpPr/>
          <p:nvPr/>
        </p:nvSpPr>
        <p:spPr>
          <a:xfrm>
            <a:off x="737228" y="6327717"/>
            <a:ext cx="3956069" cy="4188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1641" tIns="40816" rIns="81641" bIns="40816" anchor="t" anchorCtr="0" compatLnSpc="1">
            <a:noAutofit/>
          </a:bodyPr>
          <a:lstStyle/>
          <a:p>
            <a:pPr defTabSz="914213">
              <a:tabLst>
                <a:tab pos="407526" algn="l"/>
                <a:tab pos="815053" algn="l"/>
                <a:tab pos="1222579" algn="l"/>
                <a:tab pos="1630106" algn="l"/>
                <a:tab pos="2037632" algn="l"/>
                <a:tab pos="2445159" algn="l"/>
                <a:tab pos="2852685" algn="l"/>
                <a:tab pos="3260212" algn="l"/>
                <a:tab pos="3667738" algn="l"/>
                <a:tab pos="4075256" algn="l"/>
                <a:tab pos="4482782" algn="l"/>
                <a:tab pos="4890309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a-ES" sz="1633" b="1" dirty="0">
                <a:solidFill>
                  <a:srgbClr val="000000"/>
                </a:solidFill>
                <a:latin typeface="Arial" pitchFamily="34"/>
                <a:ea typeface="MS PGothic" pitchFamily="34"/>
                <a:cs typeface="WenQuanYi Micro Hei"/>
              </a:rPr>
              <a:t>Laboratori De Sistemes Electrònics I</a:t>
            </a:r>
          </a:p>
        </p:txBody>
      </p:sp>
      <p:pic>
        <p:nvPicPr>
          <p:cNvPr id="10" name="Picture 8" descr="Resultado de imagen de RF grup ub">
            <a:extLst>
              <a:ext uri="{FF2B5EF4-FFF2-40B4-BE49-F238E27FC236}">
                <a16:creationId xmlns:a16="http://schemas.microsoft.com/office/drawing/2014/main" id="{40D818FE-4FE4-401E-8B44-FCB850DCFB02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708340" y="134221"/>
            <a:ext cx="2642489" cy="750553"/>
          </a:xfrm>
          <a:prstGeom prst="rect">
            <a:avLst/>
          </a:prstGeom>
          <a:ln w="0">
            <a:noFill/>
          </a:ln>
        </p:spPr>
      </p:pic>
      <p:sp>
        <p:nvSpPr>
          <p:cNvPr id="8" name="Text Box 4">
            <a:extLst>
              <a:ext uri="{FF2B5EF4-FFF2-40B4-BE49-F238E27FC236}">
                <a16:creationId xmlns:a16="http://schemas.microsoft.com/office/drawing/2014/main" id="{1614F495-5F9D-46F3-954C-3766A316B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228" y="1176051"/>
            <a:ext cx="8888235" cy="1635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66336" rIns="90000" bIns="45000"/>
          <a:lstStyle>
            <a:lvl1pPr marL="215900" indent="-215900">
              <a:lnSpc>
                <a:spcPct val="93000"/>
              </a:lnSpc>
              <a:spcBef>
                <a:spcPts val="156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35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lnSpc>
                <a:spcPct val="93000"/>
              </a:lnSpc>
              <a:spcBef>
                <a:spcPts val="12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31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lnSpc>
                <a:spcPct val="93000"/>
              </a:lnSpc>
              <a:spcBef>
                <a:spcPts val="93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lnSpc>
                <a:spcPct val="93000"/>
              </a:lnSpc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lnSpc>
                <a:spcPct val="93000"/>
              </a:lnSpc>
              <a:spcBef>
                <a:spcPts val="31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457200" indent="-457200" eaLnBrk="1">
              <a:spcBef>
                <a:spcPct val="0"/>
              </a:spcBef>
              <a:spcAft>
                <a:spcPts val="1138"/>
              </a:spcAft>
              <a:buFont typeface="Wingdings" panose="05000000000000000000" pitchFamily="2" charset="2"/>
              <a:buChar char="Ø"/>
            </a:pPr>
            <a:r>
              <a:rPr lang="ca-ES" altLang="es-ES" sz="2400" b="1" dirty="0"/>
              <a:t>Nivell encapsulat</a:t>
            </a:r>
            <a:r>
              <a:rPr lang="ca-ES" altLang="es-ES" sz="2400" dirty="0"/>
              <a:t>: ús de mètodes per assegurar una bona massa, ús de capacitats in-Package.</a:t>
            </a:r>
          </a:p>
          <a:p>
            <a:pPr marL="457200" indent="-457200" eaLnBrk="1">
              <a:spcBef>
                <a:spcPct val="0"/>
              </a:spcBef>
              <a:spcAft>
                <a:spcPts val="1138"/>
              </a:spcAft>
              <a:buFont typeface="Wingdings" panose="05000000000000000000" pitchFamily="2" charset="2"/>
              <a:buChar char="Ø"/>
            </a:pPr>
            <a:r>
              <a:rPr lang="ca-ES" altLang="es-ES" sz="2400" b="1" dirty="0"/>
              <a:t>Nivell test</a:t>
            </a:r>
            <a:r>
              <a:rPr lang="ca-ES" altLang="es-ES" sz="2400" dirty="0"/>
              <a:t>: ús d’eines i mètodes per a una correcta manipulació a la fase de test i enviament.</a:t>
            </a:r>
          </a:p>
        </p:txBody>
      </p:sp>
      <p:pic>
        <p:nvPicPr>
          <p:cNvPr id="7170" name="Picture 2" descr="Integrated ESD protection facilitates more robust LED devices (MAGAZINE) |  LEDs Magazine">
            <a:extLst>
              <a:ext uri="{FF2B5EF4-FFF2-40B4-BE49-F238E27FC236}">
                <a16:creationId xmlns:a16="http://schemas.microsoft.com/office/drawing/2014/main" id="{AE2483AB-2DB4-4285-AD2A-015D43566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937" y="2880269"/>
            <a:ext cx="3696650" cy="184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Substrate with Integrated ESD Protection - Technical Articles">
            <a:extLst>
              <a:ext uri="{FF2B5EF4-FFF2-40B4-BE49-F238E27FC236}">
                <a16:creationId xmlns:a16="http://schemas.microsoft.com/office/drawing/2014/main" id="{BEE41E14-CB48-4C27-8149-22913E43B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5828" y="4796127"/>
            <a:ext cx="2638868" cy="122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2" name="Picture 14" descr="An Example of an ESD Protected Area (EPA)">
            <a:extLst>
              <a:ext uri="{FF2B5EF4-FFF2-40B4-BE49-F238E27FC236}">
                <a16:creationId xmlns:a16="http://schemas.microsoft.com/office/drawing/2014/main" id="{56E1208B-8CBD-4580-9575-1437C6633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010" y="2812736"/>
            <a:ext cx="4784762" cy="3700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2722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FFDEF4D7-CA83-4971-A983-950EA1D6EBAF}"/>
              </a:ext>
            </a:extLst>
          </p:cNvPr>
          <p:cNvSpPr/>
          <p:nvPr/>
        </p:nvSpPr>
        <p:spPr>
          <a:xfrm>
            <a:off x="6035883" y="6356516"/>
            <a:ext cx="2878563" cy="122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 defTabSz="914213">
              <a:tabLst>
                <a:tab pos="407526" algn="l"/>
                <a:tab pos="815053" algn="l"/>
                <a:tab pos="1222579" algn="l"/>
                <a:tab pos="1630106" algn="l"/>
                <a:tab pos="2037632" algn="l"/>
                <a:tab pos="2445159" algn="l"/>
                <a:tab pos="2852685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ca-ES" sz="1270" b="1">
              <a:solidFill>
                <a:srgbClr val="000000"/>
              </a:solidFill>
              <a:latin typeface="Arial" pitchFamily="34"/>
              <a:ea typeface="MS PGothic" pitchFamily="34"/>
              <a:cs typeface="WenQuanYi Micro Hei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48FD8E0-CE93-494A-BA4D-2B64DC566404}"/>
              </a:ext>
            </a:extLst>
          </p:cNvPr>
          <p:cNvSpPr/>
          <p:nvPr/>
        </p:nvSpPr>
        <p:spPr>
          <a:xfrm>
            <a:off x="8990762" y="6356517"/>
            <a:ext cx="452642" cy="36127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algn="ctr" defTabSz="914213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2DA8BD0-ACC2-4CDB-9B04-BE430CC3D8EC}" type="slidenum">
              <a:rPr lang="ca-ES" sz="1633">
                <a:solidFill>
                  <a:srgbClr val="000000"/>
                </a:solidFill>
                <a:latin typeface="Calibri"/>
                <a:ea typeface="MS PGothic" pitchFamily="34"/>
              </a:rPr>
              <a:pPr algn="ctr" defTabSz="914213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15</a:t>
            </a:fld>
            <a:endParaRPr lang="ca-ES" sz="1633">
              <a:solidFill>
                <a:srgbClr val="000000"/>
              </a:solidFill>
              <a:latin typeface="Calibri"/>
              <a:ea typeface="MS PGothic" pitchFamily="34"/>
            </a:endParaRPr>
          </a:p>
        </p:txBody>
      </p:sp>
      <p:cxnSp>
        <p:nvCxnSpPr>
          <p:cNvPr id="5" name="Conector recto 2">
            <a:extLst>
              <a:ext uri="{FF2B5EF4-FFF2-40B4-BE49-F238E27FC236}">
                <a16:creationId xmlns:a16="http://schemas.microsoft.com/office/drawing/2014/main" id="{DC15A95D-48F0-4844-B645-27C033C71695}"/>
              </a:ext>
            </a:extLst>
          </p:cNvPr>
          <p:cNvCxnSpPr>
            <a:cxnSpLocks/>
          </p:cNvCxnSpPr>
          <p:nvPr/>
        </p:nvCxnSpPr>
        <p:spPr>
          <a:xfrm flipH="1" flipV="1">
            <a:off x="555171" y="962678"/>
            <a:ext cx="8888234" cy="6712"/>
          </a:xfrm>
          <a:prstGeom prst="straightConnector1">
            <a:avLst/>
          </a:prstGeom>
          <a:noFill/>
          <a:ln w="31747" cap="flat">
            <a:solidFill>
              <a:srgbClr val="000000"/>
            </a:solidFill>
            <a:prstDash val="solid"/>
            <a:miter/>
          </a:ln>
        </p:spPr>
      </p:cxnSp>
      <p:sp>
        <p:nvSpPr>
          <p:cNvPr id="6" name="Forma libre: forma 7">
            <a:extLst>
              <a:ext uri="{FF2B5EF4-FFF2-40B4-BE49-F238E27FC236}">
                <a16:creationId xmlns:a16="http://schemas.microsoft.com/office/drawing/2014/main" id="{273EBB3C-E371-4DE7-9502-E477E63B4C6D}"/>
              </a:ext>
            </a:extLst>
          </p:cNvPr>
          <p:cNvSpPr/>
          <p:nvPr/>
        </p:nvSpPr>
        <p:spPr>
          <a:xfrm>
            <a:off x="275253" y="260740"/>
            <a:ext cx="5528388" cy="70865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89994" tIns="46797" rIns="89994" bIns="46797" anchor="t" anchorCtr="1" compatLnSpc="1">
            <a:spAutoFit/>
          </a:bodyPr>
          <a:lstStyle/>
          <a:p>
            <a:pPr defTabSz="914213">
              <a:spcBef>
                <a:spcPts val="1751"/>
              </a:spcBef>
              <a:tabLst>
                <a:tab pos="0" algn="l"/>
                <a:tab pos="448858" algn="l"/>
                <a:tab pos="898081" algn="l"/>
                <a:tab pos="1347304" algn="l"/>
                <a:tab pos="1796527" algn="l"/>
                <a:tab pos="2245750" algn="l"/>
                <a:tab pos="2694973" algn="l"/>
                <a:tab pos="3144195" algn="l"/>
                <a:tab pos="3593419" algn="l"/>
                <a:tab pos="4042642" algn="l"/>
                <a:tab pos="4491865" algn="l"/>
                <a:tab pos="4941080" algn="l"/>
                <a:tab pos="5390303" algn="l"/>
                <a:tab pos="5839526" algn="l"/>
                <a:tab pos="6288749" algn="l"/>
                <a:tab pos="6737971" algn="l"/>
                <a:tab pos="7187195" algn="l"/>
                <a:tab pos="7636418" algn="l"/>
                <a:tab pos="8085633" algn="l"/>
                <a:tab pos="8534864" algn="l"/>
                <a:tab pos="898408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3991" b="1" dirty="0">
                <a:solidFill>
                  <a:srgbClr val="000000"/>
                </a:solidFill>
                <a:latin typeface="Arial" pitchFamily="2"/>
                <a:ea typeface="DejaVu Sans" pitchFamily="2"/>
                <a:cs typeface="DejaVu Sans" pitchFamily="2"/>
              </a:rPr>
              <a:t>N</a:t>
            </a:r>
            <a:r>
              <a:rPr lang="ca-ES" sz="3991" b="1" dirty="0" err="1">
                <a:solidFill>
                  <a:srgbClr val="000000"/>
                </a:solidFill>
                <a:latin typeface="Arial" pitchFamily="2"/>
                <a:ea typeface="DejaVu Sans" pitchFamily="2"/>
                <a:cs typeface="DejaVu Sans" pitchFamily="2"/>
              </a:rPr>
              <a:t>ivells</a:t>
            </a:r>
            <a:r>
              <a:rPr lang="ca-ES" sz="3991" b="1" dirty="0">
                <a:solidFill>
                  <a:srgbClr val="000000"/>
                </a:solidFill>
                <a:latin typeface="Arial" pitchFamily="2"/>
                <a:ea typeface="DejaVu Sans" pitchFamily="2"/>
                <a:cs typeface="DejaVu Sans" pitchFamily="2"/>
              </a:rPr>
              <a:t> de protecció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2BACFB2-987F-456D-9815-C7C51A53C678}"/>
              </a:ext>
            </a:extLst>
          </p:cNvPr>
          <p:cNvSpPr/>
          <p:nvPr/>
        </p:nvSpPr>
        <p:spPr>
          <a:xfrm>
            <a:off x="737228" y="6327717"/>
            <a:ext cx="3956069" cy="4188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1641" tIns="40816" rIns="81641" bIns="40816" anchor="t" anchorCtr="0" compatLnSpc="1">
            <a:noAutofit/>
          </a:bodyPr>
          <a:lstStyle/>
          <a:p>
            <a:pPr defTabSz="914213">
              <a:tabLst>
                <a:tab pos="407526" algn="l"/>
                <a:tab pos="815053" algn="l"/>
                <a:tab pos="1222579" algn="l"/>
                <a:tab pos="1630106" algn="l"/>
                <a:tab pos="2037632" algn="l"/>
                <a:tab pos="2445159" algn="l"/>
                <a:tab pos="2852685" algn="l"/>
                <a:tab pos="3260212" algn="l"/>
                <a:tab pos="3667738" algn="l"/>
                <a:tab pos="4075256" algn="l"/>
                <a:tab pos="4482782" algn="l"/>
                <a:tab pos="4890309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a-ES" sz="1633" b="1" dirty="0">
                <a:solidFill>
                  <a:srgbClr val="000000"/>
                </a:solidFill>
                <a:latin typeface="Arial" pitchFamily="34"/>
                <a:ea typeface="MS PGothic" pitchFamily="34"/>
                <a:cs typeface="WenQuanYi Micro Hei"/>
              </a:rPr>
              <a:t>Laboratori De Sistemes Electrònics I</a:t>
            </a:r>
          </a:p>
        </p:txBody>
      </p:sp>
      <p:pic>
        <p:nvPicPr>
          <p:cNvPr id="10" name="Picture 8" descr="Resultado de imagen de RF grup ub">
            <a:extLst>
              <a:ext uri="{FF2B5EF4-FFF2-40B4-BE49-F238E27FC236}">
                <a16:creationId xmlns:a16="http://schemas.microsoft.com/office/drawing/2014/main" id="{40D818FE-4FE4-401E-8B44-FCB850DCFB02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708340" y="134221"/>
            <a:ext cx="2642489" cy="750553"/>
          </a:xfrm>
          <a:prstGeom prst="rect">
            <a:avLst/>
          </a:prstGeom>
          <a:ln w="0">
            <a:noFill/>
          </a:ln>
        </p:spPr>
      </p:pic>
      <p:sp>
        <p:nvSpPr>
          <p:cNvPr id="8" name="Text Box 4">
            <a:extLst>
              <a:ext uri="{FF2B5EF4-FFF2-40B4-BE49-F238E27FC236}">
                <a16:creationId xmlns:a16="http://schemas.microsoft.com/office/drawing/2014/main" id="{1614F495-5F9D-46F3-954C-3766A316B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228" y="1176051"/>
            <a:ext cx="8888235" cy="901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66336" rIns="90000" bIns="45000"/>
          <a:lstStyle>
            <a:lvl1pPr marL="215900" indent="-215900">
              <a:lnSpc>
                <a:spcPct val="93000"/>
              </a:lnSpc>
              <a:spcBef>
                <a:spcPts val="156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35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lnSpc>
                <a:spcPct val="93000"/>
              </a:lnSpc>
              <a:spcBef>
                <a:spcPts val="12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31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lnSpc>
                <a:spcPct val="93000"/>
              </a:lnSpc>
              <a:spcBef>
                <a:spcPts val="93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lnSpc>
                <a:spcPct val="93000"/>
              </a:lnSpc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lnSpc>
                <a:spcPct val="93000"/>
              </a:lnSpc>
              <a:spcBef>
                <a:spcPts val="31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457200" indent="-457200" eaLnBrk="1">
              <a:spcBef>
                <a:spcPct val="0"/>
              </a:spcBef>
              <a:spcAft>
                <a:spcPts val="1138"/>
              </a:spcAft>
              <a:buFont typeface="Wingdings" panose="05000000000000000000" pitchFamily="2" charset="2"/>
              <a:buChar char="Ø"/>
            </a:pPr>
            <a:r>
              <a:rPr lang="ca-ES" altLang="es-ES" sz="2400" b="1" dirty="0"/>
              <a:t>Nivell sistema</a:t>
            </a:r>
            <a:r>
              <a:rPr lang="ca-ES" altLang="es-ES" sz="2400" dirty="0"/>
              <a:t>: ús de mètodes d’apantallament en el disseny del sistema PCB (</a:t>
            </a:r>
            <a:r>
              <a:rPr lang="ca-ES" altLang="es-ES" sz="2400" dirty="0" err="1"/>
              <a:t>e.g</a:t>
            </a:r>
            <a:r>
              <a:rPr lang="ca-ES" altLang="es-ES" sz="2400" dirty="0"/>
              <a:t>. Díodes TVS).</a:t>
            </a:r>
          </a:p>
        </p:txBody>
      </p:sp>
      <p:pic>
        <p:nvPicPr>
          <p:cNvPr id="8194" name="Picture 2" descr="Current flows through a circuit">
            <a:extLst>
              <a:ext uri="{FF2B5EF4-FFF2-40B4-BE49-F238E27FC236}">
                <a16:creationId xmlns:a16="http://schemas.microsoft.com/office/drawing/2014/main" id="{2BAF46C3-BC01-4AA8-9F5D-00B0861FB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614" y="2591739"/>
            <a:ext cx="9097347" cy="265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1061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248FD8E0-CE93-494A-BA4D-2B64DC566404}"/>
              </a:ext>
            </a:extLst>
          </p:cNvPr>
          <p:cNvSpPr/>
          <p:nvPr/>
        </p:nvSpPr>
        <p:spPr>
          <a:xfrm>
            <a:off x="8990762" y="6356517"/>
            <a:ext cx="452642" cy="36127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algn="ctr" defTabSz="914213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2DA8BD0-ACC2-4CDB-9B04-BE430CC3D8EC}" type="slidenum">
              <a:rPr lang="ca-ES" sz="1633">
                <a:solidFill>
                  <a:srgbClr val="000000"/>
                </a:solidFill>
                <a:latin typeface="Calibri"/>
                <a:ea typeface="MS PGothic" pitchFamily="34"/>
              </a:rPr>
              <a:pPr algn="ctr" defTabSz="914213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16</a:t>
            </a:fld>
            <a:endParaRPr lang="ca-ES" sz="1633">
              <a:solidFill>
                <a:srgbClr val="000000"/>
              </a:solidFill>
              <a:latin typeface="Calibri"/>
              <a:ea typeface="MS PGothic" pitchFamily="34"/>
            </a:endParaRPr>
          </a:p>
        </p:txBody>
      </p:sp>
      <p:cxnSp>
        <p:nvCxnSpPr>
          <p:cNvPr id="5" name="Conector recto 2">
            <a:extLst>
              <a:ext uri="{FF2B5EF4-FFF2-40B4-BE49-F238E27FC236}">
                <a16:creationId xmlns:a16="http://schemas.microsoft.com/office/drawing/2014/main" id="{DC15A95D-48F0-4844-B645-27C033C71695}"/>
              </a:ext>
            </a:extLst>
          </p:cNvPr>
          <p:cNvCxnSpPr>
            <a:cxnSpLocks/>
          </p:cNvCxnSpPr>
          <p:nvPr/>
        </p:nvCxnSpPr>
        <p:spPr>
          <a:xfrm flipH="1" flipV="1">
            <a:off x="555171" y="962678"/>
            <a:ext cx="8888234" cy="6712"/>
          </a:xfrm>
          <a:prstGeom prst="straightConnector1">
            <a:avLst/>
          </a:prstGeom>
          <a:noFill/>
          <a:ln w="31747" cap="flat">
            <a:solidFill>
              <a:srgbClr val="000000"/>
            </a:solidFill>
            <a:prstDash val="solid"/>
            <a:miter/>
          </a:ln>
        </p:spPr>
      </p:cxnSp>
      <p:sp>
        <p:nvSpPr>
          <p:cNvPr id="6" name="Forma libre: forma 7">
            <a:extLst>
              <a:ext uri="{FF2B5EF4-FFF2-40B4-BE49-F238E27FC236}">
                <a16:creationId xmlns:a16="http://schemas.microsoft.com/office/drawing/2014/main" id="{273EBB3C-E371-4DE7-9502-E477E63B4C6D}"/>
              </a:ext>
            </a:extLst>
          </p:cNvPr>
          <p:cNvSpPr/>
          <p:nvPr/>
        </p:nvSpPr>
        <p:spPr>
          <a:xfrm>
            <a:off x="275253" y="260740"/>
            <a:ext cx="3680927" cy="70865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89994" tIns="46797" rIns="89994" bIns="46797" anchor="t" anchorCtr="1" compatLnSpc="1">
            <a:spAutoFit/>
          </a:bodyPr>
          <a:lstStyle/>
          <a:p>
            <a:pPr defTabSz="914213">
              <a:spcBef>
                <a:spcPts val="1751"/>
              </a:spcBef>
              <a:tabLst>
                <a:tab pos="0" algn="l"/>
                <a:tab pos="448858" algn="l"/>
                <a:tab pos="898081" algn="l"/>
                <a:tab pos="1347304" algn="l"/>
                <a:tab pos="1796527" algn="l"/>
                <a:tab pos="2245750" algn="l"/>
                <a:tab pos="2694973" algn="l"/>
                <a:tab pos="3144195" algn="l"/>
                <a:tab pos="3593419" algn="l"/>
                <a:tab pos="4042642" algn="l"/>
                <a:tab pos="4491865" algn="l"/>
                <a:tab pos="4941080" algn="l"/>
                <a:tab pos="5390303" algn="l"/>
                <a:tab pos="5839526" algn="l"/>
                <a:tab pos="6288749" algn="l"/>
                <a:tab pos="6737971" algn="l"/>
                <a:tab pos="7187195" algn="l"/>
                <a:tab pos="7636418" algn="l"/>
                <a:tab pos="8085633" algn="l"/>
                <a:tab pos="8534864" algn="l"/>
                <a:tab pos="898408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3991" b="1" dirty="0">
                <a:solidFill>
                  <a:srgbClr val="000000"/>
                </a:solidFill>
                <a:latin typeface="Arial" pitchFamily="2"/>
                <a:ea typeface="DejaVu Sans" pitchFamily="2"/>
                <a:cs typeface="DejaVu Sans" pitchFamily="2"/>
              </a:rPr>
              <a:t>Control ESD</a:t>
            </a:r>
            <a:endParaRPr lang="ca-ES" sz="3991" b="1" dirty="0"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2BACFB2-987F-456D-9815-C7C51A53C678}"/>
              </a:ext>
            </a:extLst>
          </p:cNvPr>
          <p:cNvSpPr/>
          <p:nvPr/>
        </p:nvSpPr>
        <p:spPr>
          <a:xfrm>
            <a:off x="737228" y="6327717"/>
            <a:ext cx="3956069" cy="4188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1641" tIns="40816" rIns="81641" bIns="40816" anchor="t" anchorCtr="0" compatLnSpc="1">
            <a:noAutofit/>
          </a:bodyPr>
          <a:lstStyle/>
          <a:p>
            <a:pPr defTabSz="914213">
              <a:tabLst>
                <a:tab pos="407526" algn="l"/>
                <a:tab pos="815053" algn="l"/>
                <a:tab pos="1222579" algn="l"/>
                <a:tab pos="1630106" algn="l"/>
                <a:tab pos="2037632" algn="l"/>
                <a:tab pos="2445159" algn="l"/>
                <a:tab pos="2852685" algn="l"/>
                <a:tab pos="3260212" algn="l"/>
                <a:tab pos="3667738" algn="l"/>
                <a:tab pos="4075256" algn="l"/>
                <a:tab pos="4482782" algn="l"/>
                <a:tab pos="4890309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a-ES" sz="1633" b="1" dirty="0">
                <a:solidFill>
                  <a:srgbClr val="000000"/>
                </a:solidFill>
                <a:latin typeface="Arial" pitchFamily="34"/>
                <a:ea typeface="MS PGothic" pitchFamily="34"/>
                <a:cs typeface="WenQuanYi Micro Hei"/>
              </a:rPr>
              <a:t>Laboratori De Sistemes Electrònics I</a:t>
            </a:r>
          </a:p>
        </p:txBody>
      </p:sp>
      <p:pic>
        <p:nvPicPr>
          <p:cNvPr id="10" name="Picture 8" descr="Resultado de imagen de RF grup ub">
            <a:extLst>
              <a:ext uri="{FF2B5EF4-FFF2-40B4-BE49-F238E27FC236}">
                <a16:creationId xmlns:a16="http://schemas.microsoft.com/office/drawing/2014/main" id="{40D818FE-4FE4-401E-8B44-FCB850DCFB02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708340" y="134221"/>
            <a:ext cx="2642489" cy="750553"/>
          </a:xfrm>
          <a:prstGeom prst="rect">
            <a:avLst/>
          </a:prstGeom>
          <a:ln w="0">
            <a:noFill/>
          </a:ln>
        </p:spPr>
      </p:pic>
      <p:sp>
        <p:nvSpPr>
          <p:cNvPr id="8" name="Text Box 4">
            <a:extLst>
              <a:ext uri="{FF2B5EF4-FFF2-40B4-BE49-F238E27FC236}">
                <a16:creationId xmlns:a16="http://schemas.microsoft.com/office/drawing/2014/main" id="{1614F495-5F9D-46F3-954C-3766A316B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228" y="1176051"/>
            <a:ext cx="8888235" cy="1041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66336" rIns="90000" bIns="45000"/>
          <a:lstStyle>
            <a:lvl1pPr marL="215900" indent="-215900">
              <a:lnSpc>
                <a:spcPct val="93000"/>
              </a:lnSpc>
              <a:spcBef>
                <a:spcPts val="156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35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lnSpc>
                <a:spcPct val="93000"/>
              </a:lnSpc>
              <a:spcBef>
                <a:spcPts val="12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31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lnSpc>
                <a:spcPct val="93000"/>
              </a:lnSpc>
              <a:spcBef>
                <a:spcPts val="93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lnSpc>
                <a:spcPct val="93000"/>
              </a:lnSpc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lnSpc>
                <a:spcPct val="93000"/>
              </a:lnSpc>
              <a:spcBef>
                <a:spcPts val="31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457200" indent="-457200" eaLnBrk="1">
              <a:spcBef>
                <a:spcPct val="0"/>
              </a:spcBef>
              <a:spcAft>
                <a:spcPts val="1138"/>
              </a:spcAft>
              <a:buFont typeface="Wingdings" panose="05000000000000000000" pitchFamily="2" charset="2"/>
              <a:buChar char="Ø"/>
            </a:pPr>
            <a:r>
              <a:rPr lang="ca-ES" altLang="es-ES" sz="2400" dirty="0"/>
              <a:t>Implica els nivells de protecció de fabrica i test.</a:t>
            </a:r>
          </a:p>
          <a:p>
            <a:pPr marL="457200" indent="-457200" eaLnBrk="1">
              <a:spcBef>
                <a:spcPct val="0"/>
              </a:spcBef>
              <a:spcAft>
                <a:spcPts val="1138"/>
              </a:spcAft>
              <a:buFont typeface="Wingdings" panose="05000000000000000000" pitchFamily="2" charset="2"/>
              <a:buChar char="Ø"/>
            </a:pPr>
            <a:r>
              <a:rPr lang="ca-ES" altLang="es-ES" sz="2400" dirty="0"/>
              <a:t>Consisteix a fer servir les següents solucions:</a:t>
            </a:r>
            <a:endParaRPr lang="ca-ES" altLang="es-ES" sz="2000" dirty="0"/>
          </a:p>
        </p:txBody>
      </p:sp>
      <p:pic>
        <p:nvPicPr>
          <p:cNvPr id="9228" name="Picture 12">
            <a:extLst>
              <a:ext uri="{FF2B5EF4-FFF2-40B4-BE49-F238E27FC236}">
                <a16:creationId xmlns:a16="http://schemas.microsoft.com/office/drawing/2014/main" id="{43B5D933-88B0-4DE8-A73E-B3E794895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8449" y="2467556"/>
            <a:ext cx="2525998" cy="1894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" name="Grupo 21">
            <a:extLst>
              <a:ext uri="{FF2B5EF4-FFF2-40B4-BE49-F238E27FC236}">
                <a16:creationId xmlns:a16="http://schemas.microsoft.com/office/drawing/2014/main" id="{2F202BFE-AE6D-4B8B-9691-42B3AC41A741}"/>
              </a:ext>
            </a:extLst>
          </p:cNvPr>
          <p:cNvGrpSpPr/>
          <p:nvPr/>
        </p:nvGrpSpPr>
        <p:grpSpPr>
          <a:xfrm>
            <a:off x="975580" y="2128411"/>
            <a:ext cx="3803295" cy="2032982"/>
            <a:chOff x="975580" y="2128411"/>
            <a:chExt cx="3803295" cy="2032982"/>
          </a:xfrm>
        </p:grpSpPr>
        <p:sp>
          <p:nvSpPr>
            <p:cNvPr id="11" name="Text Box 4">
              <a:extLst>
                <a:ext uri="{FF2B5EF4-FFF2-40B4-BE49-F238E27FC236}">
                  <a16:creationId xmlns:a16="http://schemas.microsoft.com/office/drawing/2014/main" id="{D5B2AF41-0856-4D01-B886-F11A380718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3457" y="2128411"/>
              <a:ext cx="3000505" cy="8138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66336" rIns="90000" bIns="45000"/>
            <a:lstStyle>
              <a:lvl1pPr marL="215900" indent="-215900">
                <a:lnSpc>
                  <a:spcPct val="93000"/>
                </a:lnSpc>
                <a:spcBef>
                  <a:spcPts val="1563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49263" algn="l"/>
                  <a:tab pos="898525" algn="l"/>
                  <a:tab pos="1347788" algn="l"/>
                  <a:tab pos="1797050" algn="l"/>
                  <a:tab pos="2246313" algn="l"/>
                  <a:tab pos="2695575" algn="l"/>
                  <a:tab pos="3144838" algn="l"/>
                  <a:tab pos="3594100" algn="l"/>
                  <a:tab pos="4043363" algn="l"/>
                  <a:tab pos="4492625" algn="l"/>
                  <a:tab pos="4941888" algn="l"/>
                  <a:tab pos="5391150" algn="l"/>
                  <a:tab pos="5840413" algn="l"/>
                  <a:tab pos="6289675" algn="l"/>
                  <a:tab pos="6738938" algn="l"/>
                  <a:tab pos="7188200" algn="l"/>
                  <a:tab pos="7637463" algn="l"/>
                  <a:tab pos="8086725" algn="l"/>
                  <a:tab pos="8535988" algn="l"/>
                  <a:tab pos="8985250" algn="l"/>
                  <a:tab pos="9434513" algn="l"/>
                </a:tabLst>
                <a:defRPr sz="3500">
                  <a:solidFill>
                    <a:srgbClr val="000000"/>
                  </a:solidFill>
                  <a:latin typeface="Arial" panose="020B0604020202020204" pitchFamily="34" charset="0"/>
                  <a:cs typeface="WenQuanYi Micro Hei" charset="0"/>
                </a:defRPr>
              </a:lvl1pPr>
              <a:lvl2pPr>
                <a:lnSpc>
                  <a:spcPct val="93000"/>
                </a:lnSpc>
                <a:spcBef>
                  <a:spcPts val="12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49263" algn="l"/>
                  <a:tab pos="898525" algn="l"/>
                  <a:tab pos="1347788" algn="l"/>
                  <a:tab pos="1797050" algn="l"/>
                  <a:tab pos="2246313" algn="l"/>
                  <a:tab pos="2695575" algn="l"/>
                  <a:tab pos="3144838" algn="l"/>
                  <a:tab pos="3594100" algn="l"/>
                  <a:tab pos="4043363" algn="l"/>
                  <a:tab pos="4492625" algn="l"/>
                  <a:tab pos="4941888" algn="l"/>
                  <a:tab pos="5391150" algn="l"/>
                  <a:tab pos="5840413" algn="l"/>
                  <a:tab pos="6289675" algn="l"/>
                  <a:tab pos="6738938" algn="l"/>
                  <a:tab pos="7188200" algn="l"/>
                  <a:tab pos="7637463" algn="l"/>
                  <a:tab pos="8086725" algn="l"/>
                  <a:tab pos="8535988" algn="l"/>
                  <a:tab pos="8985250" algn="l"/>
                  <a:tab pos="9434513" algn="l"/>
                </a:tabLst>
                <a:defRPr sz="3100">
                  <a:solidFill>
                    <a:srgbClr val="000000"/>
                  </a:solidFill>
                  <a:latin typeface="Arial" panose="020B0604020202020204" pitchFamily="34" charset="0"/>
                  <a:cs typeface="WenQuanYi Micro Hei" charset="0"/>
                </a:defRPr>
              </a:lvl2pPr>
              <a:lvl3pPr>
                <a:lnSpc>
                  <a:spcPct val="93000"/>
                </a:lnSpc>
                <a:spcBef>
                  <a:spcPts val="938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49263" algn="l"/>
                  <a:tab pos="898525" algn="l"/>
                  <a:tab pos="1347788" algn="l"/>
                  <a:tab pos="1797050" algn="l"/>
                  <a:tab pos="2246313" algn="l"/>
                  <a:tab pos="2695575" algn="l"/>
                  <a:tab pos="3144838" algn="l"/>
                  <a:tab pos="3594100" algn="l"/>
                  <a:tab pos="4043363" algn="l"/>
                  <a:tab pos="4492625" algn="l"/>
                  <a:tab pos="4941888" algn="l"/>
                  <a:tab pos="5391150" algn="l"/>
                  <a:tab pos="5840413" algn="l"/>
                  <a:tab pos="6289675" algn="l"/>
                  <a:tab pos="6738938" algn="l"/>
                  <a:tab pos="7188200" algn="l"/>
                  <a:tab pos="7637463" algn="l"/>
                  <a:tab pos="8086725" algn="l"/>
                  <a:tab pos="8535988" algn="l"/>
                  <a:tab pos="8985250" algn="l"/>
                  <a:tab pos="9434513" algn="l"/>
                </a:tabLst>
                <a:defRPr sz="2600">
                  <a:solidFill>
                    <a:srgbClr val="000000"/>
                  </a:solidFill>
                  <a:latin typeface="Arial" panose="020B0604020202020204" pitchFamily="34" charset="0"/>
                  <a:cs typeface="WenQuanYi Micro Hei" charset="0"/>
                </a:defRPr>
              </a:lvl3pPr>
              <a:lvl4pPr>
                <a:lnSpc>
                  <a:spcPct val="93000"/>
                </a:lnSpc>
                <a:spcBef>
                  <a:spcPts val="6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49263" algn="l"/>
                  <a:tab pos="898525" algn="l"/>
                  <a:tab pos="1347788" algn="l"/>
                  <a:tab pos="1797050" algn="l"/>
                  <a:tab pos="2246313" algn="l"/>
                  <a:tab pos="2695575" algn="l"/>
                  <a:tab pos="3144838" algn="l"/>
                  <a:tab pos="3594100" algn="l"/>
                  <a:tab pos="4043363" algn="l"/>
                  <a:tab pos="4492625" algn="l"/>
                  <a:tab pos="4941888" algn="l"/>
                  <a:tab pos="5391150" algn="l"/>
                  <a:tab pos="5840413" algn="l"/>
                  <a:tab pos="6289675" algn="l"/>
                  <a:tab pos="6738938" algn="l"/>
                  <a:tab pos="7188200" algn="l"/>
                  <a:tab pos="7637463" algn="l"/>
                  <a:tab pos="8086725" algn="l"/>
                  <a:tab pos="8535988" algn="l"/>
                  <a:tab pos="8985250" algn="l"/>
                  <a:tab pos="9434513" algn="l"/>
                </a:tabLst>
                <a:defRPr sz="2200">
                  <a:solidFill>
                    <a:srgbClr val="000000"/>
                  </a:solidFill>
                  <a:latin typeface="Arial" panose="020B0604020202020204" pitchFamily="34" charset="0"/>
                  <a:cs typeface="WenQuanYi Micro Hei" charset="0"/>
                </a:defRPr>
              </a:lvl4pPr>
              <a:lvl5pPr>
                <a:lnSpc>
                  <a:spcPct val="93000"/>
                </a:lnSpc>
                <a:spcBef>
                  <a:spcPts val="313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49263" algn="l"/>
                  <a:tab pos="898525" algn="l"/>
                  <a:tab pos="1347788" algn="l"/>
                  <a:tab pos="1797050" algn="l"/>
                  <a:tab pos="2246313" algn="l"/>
                  <a:tab pos="2695575" algn="l"/>
                  <a:tab pos="3144838" algn="l"/>
                  <a:tab pos="3594100" algn="l"/>
                  <a:tab pos="4043363" algn="l"/>
                  <a:tab pos="4492625" algn="l"/>
                  <a:tab pos="4941888" algn="l"/>
                  <a:tab pos="5391150" algn="l"/>
                  <a:tab pos="5840413" algn="l"/>
                  <a:tab pos="6289675" algn="l"/>
                  <a:tab pos="6738938" algn="l"/>
                  <a:tab pos="7188200" algn="l"/>
                  <a:tab pos="7637463" algn="l"/>
                  <a:tab pos="8086725" algn="l"/>
                  <a:tab pos="8535988" algn="l"/>
                  <a:tab pos="8985250" algn="l"/>
                  <a:tab pos="9434513" algn="l"/>
                </a:tabLst>
                <a:defRPr sz="2200">
                  <a:solidFill>
                    <a:srgbClr val="000000"/>
                  </a:solidFill>
                  <a:latin typeface="Arial" panose="020B0604020202020204" pitchFamily="34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lnSpc>
                  <a:spcPct val="93000"/>
                </a:lnSpc>
                <a:spcBef>
                  <a:spcPts val="313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49263" algn="l"/>
                  <a:tab pos="898525" algn="l"/>
                  <a:tab pos="1347788" algn="l"/>
                  <a:tab pos="1797050" algn="l"/>
                  <a:tab pos="2246313" algn="l"/>
                  <a:tab pos="2695575" algn="l"/>
                  <a:tab pos="3144838" algn="l"/>
                  <a:tab pos="3594100" algn="l"/>
                  <a:tab pos="4043363" algn="l"/>
                  <a:tab pos="4492625" algn="l"/>
                  <a:tab pos="4941888" algn="l"/>
                  <a:tab pos="5391150" algn="l"/>
                  <a:tab pos="5840413" algn="l"/>
                  <a:tab pos="6289675" algn="l"/>
                  <a:tab pos="6738938" algn="l"/>
                  <a:tab pos="7188200" algn="l"/>
                  <a:tab pos="7637463" algn="l"/>
                  <a:tab pos="8086725" algn="l"/>
                  <a:tab pos="8535988" algn="l"/>
                  <a:tab pos="8985250" algn="l"/>
                  <a:tab pos="9434513" algn="l"/>
                </a:tabLst>
                <a:defRPr sz="2200">
                  <a:solidFill>
                    <a:srgbClr val="000000"/>
                  </a:solidFill>
                  <a:latin typeface="Arial" panose="020B0604020202020204" pitchFamily="34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lnSpc>
                  <a:spcPct val="93000"/>
                </a:lnSpc>
                <a:spcBef>
                  <a:spcPts val="313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49263" algn="l"/>
                  <a:tab pos="898525" algn="l"/>
                  <a:tab pos="1347788" algn="l"/>
                  <a:tab pos="1797050" algn="l"/>
                  <a:tab pos="2246313" algn="l"/>
                  <a:tab pos="2695575" algn="l"/>
                  <a:tab pos="3144838" algn="l"/>
                  <a:tab pos="3594100" algn="l"/>
                  <a:tab pos="4043363" algn="l"/>
                  <a:tab pos="4492625" algn="l"/>
                  <a:tab pos="4941888" algn="l"/>
                  <a:tab pos="5391150" algn="l"/>
                  <a:tab pos="5840413" algn="l"/>
                  <a:tab pos="6289675" algn="l"/>
                  <a:tab pos="6738938" algn="l"/>
                  <a:tab pos="7188200" algn="l"/>
                  <a:tab pos="7637463" algn="l"/>
                  <a:tab pos="8086725" algn="l"/>
                  <a:tab pos="8535988" algn="l"/>
                  <a:tab pos="8985250" algn="l"/>
                  <a:tab pos="9434513" algn="l"/>
                </a:tabLst>
                <a:defRPr sz="2200">
                  <a:solidFill>
                    <a:srgbClr val="000000"/>
                  </a:solidFill>
                  <a:latin typeface="Arial" panose="020B0604020202020204" pitchFamily="34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lnSpc>
                  <a:spcPct val="93000"/>
                </a:lnSpc>
                <a:spcBef>
                  <a:spcPts val="313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49263" algn="l"/>
                  <a:tab pos="898525" algn="l"/>
                  <a:tab pos="1347788" algn="l"/>
                  <a:tab pos="1797050" algn="l"/>
                  <a:tab pos="2246313" algn="l"/>
                  <a:tab pos="2695575" algn="l"/>
                  <a:tab pos="3144838" algn="l"/>
                  <a:tab pos="3594100" algn="l"/>
                  <a:tab pos="4043363" algn="l"/>
                  <a:tab pos="4492625" algn="l"/>
                  <a:tab pos="4941888" algn="l"/>
                  <a:tab pos="5391150" algn="l"/>
                  <a:tab pos="5840413" algn="l"/>
                  <a:tab pos="6289675" algn="l"/>
                  <a:tab pos="6738938" algn="l"/>
                  <a:tab pos="7188200" algn="l"/>
                  <a:tab pos="7637463" algn="l"/>
                  <a:tab pos="8086725" algn="l"/>
                  <a:tab pos="8535988" algn="l"/>
                  <a:tab pos="8985250" algn="l"/>
                  <a:tab pos="9434513" algn="l"/>
                </a:tabLst>
                <a:defRPr sz="2200">
                  <a:solidFill>
                    <a:srgbClr val="000000"/>
                  </a:solidFill>
                  <a:latin typeface="Arial" panose="020B0604020202020204" pitchFamily="34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lnSpc>
                  <a:spcPct val="93000"/>
                </a:lnSpc>
                <a:spcBef>
                  <a:spcPts val="313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49263" algn="l"/>
                  <a:tab pos="898525" algn="l"/>
                  <a:tab pos="1347788" algn="l"/>
                  <a:tab pos="1797050" algn="l"/>
                  <a:tab pos="2246313" algn="l"/>
                  <a:tab pos="2695575" algn="l"/>
                  <a:tab pos="3144838" algn="l"/>
                  <a:tab pos="3594100" algn="l"/>
                  <a:tab pos="4043363" algn="l"/>
                  <a:tab pos="4492625" algn="l"/>
                  <a:tab pos="4941888" algn="l"/>
                  <a:tab pos="5391150" algn="l"/>
                  <a:tab pos="5840413" algn="l"/>
                  <a:tab pos="6289675" algn="l"/>
                  <a:tab pos="6738938" algn="l"/>
                  <a:tab pos="7188200" algn="l"/>
                  <a:tab pos="7637463" algn="l"/>
                  <a:tab pos="8086725" algn="l"/>
                  <a:tab pos="8535988" algn="l"/>
                  <a:tab pos="8985250" algn="l"/>
                  <a:tab pos="9434513" algn="l"/>
                </a:tabLst>
                <a:defRPr sz="2200">
                  <a:solidFill>
                    <a:srgbClr val="000000"/>
                  </a:solidFill>
                  <a:latin typeface="Arial" panose="020B0604020202020204" pitchFamily="34" charset="0"/>
                  <a:cs typeface="WenQuanYi Micro Hei" charset="0"/>
                </a:defRPr>
              </a:lvl9pPr>
            </a:lstStyle>
            <a:p>
              <a:pPr marL="241300" lvl="1" algn="ctr">
                <a:spcBef>
                  <a:spcPct val="0"/>
                </a:spcBef>
                <a:spcAft>
                  <a:spcPts val="1138"/>
                </a:spcAft>
              </a:pPr>
              <a:r>
                <a:rPr lang="ca-ES" altLang="es-ES" sz="2000" b="1" dirty="0"/>
                <a:t>Prevenció de la generació de càrrega</a:t>
              </a:r>
            </a:p>
          </p:txBody>
        </p:sp>
        <p:pic>
          <p:nvPicPr>
            <p:cNvPr id="9220" name="Picture 4" descr="Anti-Static Wrist Straps">
              <a:extLst>
                <a:ext uri="{FF2B5EF4-FFF2-40B4-BE49-F238E27FC236}">
                  <a16:creationId xmlns:a16="http://schemas.microsoft.com/office/drawing/2014/main" id="{23EFE8D8-EE01-413B-854D-A6018BA269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5580" y="2948262"/>
              <a:ext cx="1939803" cy="10908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222" name="Picture 6" descr="ESD Shoes">
              <a:extLst>
                <a:ext uri="{FF2B5EF4-FFF2-40B4-BE49-F238E27FC236}">
                  <a16:creationId xmlns:a16="http://schemas.microsoft.com/office/drawing/2014/main" id="{7FC6396A-2C14-40FF-B980-412455EF76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6551" y="2934213"/>
              <a:ext cx="2182324" cy="12271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E1CC231B-B017-4FF8-A1E7-F7F4F29B2504}"/>
                </a:ext>
              </a:extLst>
            </p:cNvPr>
            <p:cNvSpPr/>
            <p:nvPr/>
          </p:nvSpPr>
          <p:spPr>
            <a:xfrm>
              <a:off x="1113457" y="2128411"/>
              <a:ext cx="3480003" cy="20329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E2856A5B-F374-4C14-8A6E-6F82CFD52E17}"/>
              </a:ext>
            </a:extLst>
          </p:cNvPr>
          <p:cNvGrpSpPr/>
          <p:nvPr/>
        </p:nvGrpSpPr>
        <p:grpSpPr>
          <a:xfrm>
            <a:off x="5792039" y="2111249"/>
            <a:ext cx="3513018" cy="2032982"/>
            <a:chOff x="5792039" y="2111249"/>
            <a:chExt cx="3513018" cy="2032982"/>
          </a:xfrm>
        </p:grpSpPr>
        <p:sp>
          <p:nvSpPr>
            <p:cNvPr id="12" name="Text Box 4">
              <a:extLst>
                <a:ext uri="{FF2B5EF4-FFF2-40B4-BE49-F238E27FC236}">
                  <a16:creationId xmlns:a16="http://schemas.microsoft.com/office/drawing/2014/main" id="{1F9C9767-87A7-4CE6-824C-C1E2CB1DC5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2039" y="2333890"/>
              <a:ext cx="3366250" cy="4387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66336" rIns="90000" bIns="45000"/>
            <a:lstStyle>
              <a:lvl1pPr marL="215900" indent="-215900">
                <a:lnSpc>
                  <a:spcPct val="93000"/>
                </a:lnSpc>
                <a:spcBef>
                  <a:spcPts val="1563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49263" algn="l"/>
                  <a:tab pos="898525" algn="l"/>
                  <a:tab pos="1347788" algn="l"/>
                  <a:tab pos="1797050" algn="l"/>
                  <a:tab pos="2246313" algn="l"/>
                  <a:tab pos="2695575" algn="l"/>
                  <a:tab pos="3144838" algn="l"/>
                  <a:tab pos="3594100" algn="l"/>
                  <a:tab pos="4043363" algn="l"/>
                  <a:tab pos="4492625" algn="l"/>
                  <a:tab pos="4941888" algn="l"/>
                  <a:tab pos="5391150" algn="l"/>
                  <a:tab pos="5840413" algn="l"/>
                  <a:tab pos="6289675" algn="l"/>
                  <a:tab pos="6738938" algn="l"/>
                  <a:tab pos="7188200" algn="l"/>
                  <a:tab pos="7637463" algn="l"/>
                  <a:tab pos="8086725" algn="l"/>
                  <a:tab pos="8535988" algn="l"/>
                  <a:tab pos="8985250" algn="l"/>
                  <a:tab pos="9434513" algn="l"/>
                </a:tabLst>
                <a:defRPr sz="3500">
                  <a:solidFill>
                    <a:srgbClr val="000000"/>
                  </a:solidFill>
                  <a:latin typeface="Arial" panose="020B0604020202020204" pitchFamily="34" charset="0"/>
                  <a:cs typeface="WenQuanYi Micro Hei" charset="0"/>
                </a:defRPr>
              </a:lvl1pPr>
              <a:lvl2pPr>
                <a:lnSpc>
                  <a:spcPct val="93000"/>
                </a:lnSpc>
                <a:spcBef>
                  <a:spcPts val="12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49263" algn="l"/>
                  <a:tab pos="898525" algn="l"/>
                  <a:tab pos="1347788" algn="l"/>
                  <a:tab pos="1797050" algn="l"/>
                  <a:tab pos="2246313" algn="l"/>
                  <a:tab pos="2695575" algn="l"/>
                  <a:tab pos="3144838" algn="l"/>
                  <a:tab pos="3594100" algn="l"/>
                  <a:tab pos="4043363" algn="l"/>
                  <a:tab pos="4492625" algn="l"/>
                  <a:tab pos="4941888" algn="l"/>
                  <a:tab pos="5391150" algn="l"/>
                  <a:tab pos="5840413" algn="l"/>
                  <a:tab pos="6289675" algn="l"/>
                  <a:tab pos="6738938" algn="l"/>
                  <a:tab pos="7188200" algn="l"/>
                  <a:tab pos="7637463" algn="l"/>
                  <a:tab pos="8086725" algn="l"/>
                  <a:tab pos="8535988" algn="l"/>
                  <a:tab pos="8985250" algn="l"/>
                  <a:tab pos="9434513" algn="l"/>
                </a:tabLst>
                <a:defRPr sz="3100">
                  <a:solidFill>
                    <a:srgbClr val="000000"/>
                  </a:solidFill>
                  <a:latin typeface="Arial" panose="020B0604020202020204" pitchFamily="34" charset="0"/>
                  <a:cs typeface="WenQuanYi Micro Hei" charset="0"/>
                </a:defRPr>
              </a:lvl2pPr>
              <a:lvl3pPr>
                <a:lnSpc>
                  <a:spcPct val="93000"/>
                </a:lnSpc>
                <a:spcBef>
                  <a:spcPts val="938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49263" algn="l"/>
                  <a:tab pos="898525" algn="l"/>
                  <a:tab pos="1347788" algn="l"/>
                  <a:tab pos="1797050" algn="l"/>
                  <a:tab pos="2246313" algn="l"/>
                  <a:tab pos="2695575" algn="l"/>
                  <a:tab pos="3144838" algn="l"/>
                  <a:tab pos="3594100" algn="l"/>
                  <a:tab pos="4043363" algn="l"/>
                  <a:tab pos="4492625" algn="l"/>
                  <a:tab pos="4941888" algn="l"/>
                  <a:tab pos="5391150" algn="l"/>
                  <a:tab pos="5840413" algn="l"/>
                  <a:tab pos="6289675" algn="l"/>
                  <a:tab pos="6738938" algn="l"/>
                  <a:tab pos="7188200" algn="l"/>
                  <a:tab pos="7637463" algn="l"/>
                  <a:tab pos="8086725" algn="l"/>
                  <a:tab pos="8535988" algn="l"/>
                  <a:tab pos="8985250" algn="l"/>
                  <a:tab pos="9434513" algn="l"/>
                </a:tabLst>
                <a:defRPr sz="2600">
                  <a:solidFill>
                    <a:srgbClr val="000000"/>
                  </a:solidFill>
                  <a:latin typeface="Arial" panose="020B0604020202020204" pitchFamily="34" charset="0"/>
                  <a:cs typeface="WenQuanYi Micro Hei" charset="0"/>
                </a:defRPr>
              </a:lvl3pPr>
              <a:lvl4pPr>
                <a:lnSpc>
                  <a:spcPct val="93000"/>
                </a:lnSpc>
                <a:spcBef>
                  <a:spcPts val="6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49263" algn="l"/>
                  <a:tab pos="898525" algn="l"/>
                  <a:tab pos="1347788" algn="l"/>
                  <a:tab pos="1797050" algn="l"/>
                  <a:tab pos="2246313" algn="l"/>
                  <a:tab pos="2695575" algn="l"/>
                  <a:tab pos="3144838" algn="l"/>
                  <a:tab pos="3594100" algn="l"/>
                  <a:tab pos="4043363" algn="l"/>
                  <a:tab pos="4492625" algn="l"/>
                  <a:tab pos="4941888" algn="l"/>
                  <a:tab pos="5391150" algn="l"/>
                  <a:tab pos="5840413" algn="l"/>
                  <a:tab pos="6289675" algn="l"/>
                  <a:tab pos="6738938" algn="l"/>
                  <a:tab pos="7188200" algn="l"/>
                  <a:tab pos="7637463" algn="l"/>
                  <a:tab pos="8086725" algn="l"/>
                  <a:tab pos="8535988" algn="l"/>
                  <a:tab pos="8985250" algn="l"/>
                  <a:tab pos="9434513" algn="l"/>
                </a:tabLst>
                <a:defRPr sz="2200">
                  <a:solidFill>
                    <a:srgbClr val="000000"/>
                  </a:solidFill>
                  <a:latin typeface="Arial" panose="020B0604020202020204" pitchFamily="34" charset="0"/>
                  <a:cs typeface="WenQuanYi Micro Hei" charset="0"/>
                </a:defRPr>
              </a:lvl4pPr>
              <a:lvl5pPr>
                <a:lnSpc>
                  <a:spcPct val="93000"/>
                </a:lnSpc>
                <a:spcBef>
                  <a:spcPts val="313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49263" algn="l"/>
                  <a:tab pos="898525" algn="l"/>
                  <a:tab pos="1347788" algn="l"/>
                  <a:tab pos="1797050" algn="l"/>
                  <a:tab pos="2246313" algn="l"/>
                  <a:tab pos="2695575" algn="l"/>
                  <a:tab pos="3144838" algn="l"/>
                  <a:tab pos="3594100" algn="l"/>
                  <a:tab pos="4043363" algn="l"/>
                  <a:tab pos="4492625" algn="l"/>
                  <a:tab pos="4941888" algn="l"/>
                  <a:tab pos="5391150" algn="l"/>
                  <a:tab pos="5840413" algn="l"/>
                  <a:tab pos="6289675" algn="l"/>
                  <a:tab pos="6738938" algn="l"/>
                  <a:tab pos="7188200" algn="l"/>
                  <a:tab pos="7637463" algn="l"/>
                  <a:tab pos="8086725" algn="l"/>
                  <a:tab pos="8535988" algn="l"/>
                  <a:tab pos="8985250" algn="l"/>
                  <a:tab pos="9434513" algn="l"/>
                </a:tabLst>
                <a:defRPr sz="2200">
                  <a:solidFill>
                    <a:srgbClr val="000000"/>
                  </a:solidFill>
                  <a:latin typeface="Arial" panose="020B0604020202020204" pitchFamily="34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lnSpc>
                  <a:spcPct val="93000"/>
                </a:lnSpc>
                <a:spcBef>
                  <a:spcPts val="313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49263" algn="l"/>
                  <a:tab pos="898525" algn="l"/>
                  <a:tab pos="1347788" algn="l"/>
                  <a:tab pos="1797050" algn="l"/>
                  <a:tab pos="2246313" algn="l"/>
                  <a:tab pos="2695575" algn="l"/>
                  <a:tab pos="3144838" algn="l"/>
                  <a:tab pos="3594100" algn="l"/>
                  <a:tab pos="4043363" algn="l"/>
                  <a:tab pos="4492625" algn="l"/>
                  <a:tab pos="4941888" algn="l"/>
                  <a:tab pos="5391150" algn="l"/>
                  <a:tab pos="5840413" algn="l"/>
                  <a:tab pos="6289675" algn="l"/>
                  <a:tab pos="6738938" algn="l"/>
                  <a:tab pos="7188200" algn="l"/>
                  <a:tab pos="7637463" algn="l"/>
                  <a:tab pos="8086725" algn="l"/>
                  <a:tab pos="8535988" algn="l"/>
                  <a:tab pos="8985250" algn="l"/>
                  <a:tab pos="9434513" algn="l"/>
                </a:tabLst>
                <a:defRPr sz="2200">
                  <a:solidFill>
                    <a:srgbClr val="000000"/>
                  </a:solidFill>
                  <a:latin typeface="Arial" panose="020B0604020202020204" pitchFamily="34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lnSpc>
                  <a:spcPct val="93000"/>
                </a:lnSpc>
                <a:spcBef>
                  <a:spcPts val="313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49263" algn="l"/>
                  <a:tab pos="898525" algn="l"/>
                  <a:tab pos="1347788" algn="l"/>
                  <a:tab pos="1797050" algn="l"/>
                  <a:tab pos="2246313" algn="l"/>
                  <a:tab pos="2695575" algn="l"/>
                  <a:tab pos="3144838" algn="l"/>
                  <a:tab pos="3594100" algn="l"/>
                  <a:tab pos="4043363" algn="l"/>
                  <a:tab pos="4492625" algn="l"/>
                  <a:tab pos="4941888" algn="l"/>
                  <a:tab pos="5391150" algn="l"/>
                  <a:tab pos="5840413" algn="l"/>
                  <a:tab pos="6289675" algn="l"/>
                  <a:tab pos="6738938" algn="l"/>
                  <a:tab pos="7188200" algn="l"/>
                  <a:tab pos="7637463" algn="l"/>
                  <a:tab pos="8086725" algn="l"/>
                  <a:tab pos="8535988" algn="l"/>
                  <a:tab pos="8985250" algn="l"/>
                  <a:tab pos="9434513" algn="l"/>
                </a:tabLst>
                <a:defRPr sz="2200">
                  <a:solidFill>
                    <a:srgbClr val="000000"/>
                  </a:solidFill>
                  <a:latin typeface="Arial" panose="020B0604020202020204" pitchFamily="34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lnSpc>
                  <a:spcPct val="93000"/>
                </a:lnSpc>
                <a:spcBef>
                  <a:spcPts val="313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49263" algn="l"/>
                  <a:tab pos="898525" algn="l"/>
                  <a:tab pos="1347788" algn="l"/>
                  <a:tab pos="1797050" algn="l"/>
                  <a:tab pos="2246313" algn="l"/>
                  <a:tab pos="2695575" algn="l"/>
                  <a:tab pos="3144838" algn="l"/>
                  <a:tab pos="3594100" algn="l"/>
                  <a:tab pos="4043363" algn="l"/>
                  <a:tab pos="4492625" algn="l"/>
                  <a:tab pos="4941888" algn="l"/>
                  <a:tab pos="5391150" algn="l"/>
                  <a:tab pos="5840413" algn="l"/>
                  <a:tab pos="6289675" algn="l"/>
                  <a:tab pos="6738938" algn="l"/>
                  <a:tab pos="7188200" algn="l"/>
                  <a:tab pos="7637463" algn="l"/>
                  <a:tab pos="8086725" algn="l"/>
                  <a:tab pos="8535988" algn="l"/>
                  <a:tab pos="8985250" algn="l"/>
                  <a:tab pos="9434513" algn="l"/>
                </a:tabLst>
                <a:defRPr sz="2200">
                  <a:solidFill>
                    <a:srgbClr val="000000"/>
                  </a:solidFill>
                  <a:latin typeface="Arial" panose="020B0604020202020204" pitchFamily="34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lnSpc>
                  <a:spcPct val="93000"/>
                </a:lnSpc>
                <a:spcBef>
                  <a:spcPts val="313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49263" algn="l"/>
                  <a:tab pos="898525" algn="l"/>
                  <a:tab pos="1347788" algn="l"/>
                  <a:tab pos="1797050" algn="l"/>
                  <a:tab pos="2246313" algn="l"/>
                  <a:tab pos="2695575" algn="l"/>
                  <a:tab pos="3144838" algn="l"/>
                  <a:tab pos="3594100" algn="l"/>
                  <a:tab pos="4043363" algn="l"/>
                  <a:tab pos="4492625" algn="l"/>
                  <a:tab pos="4941888" algn="l"/>
                  <a:tab pos="5391150" algn="l"/>
                  <a:tab pos="5840413" algn="l"/>
                  <a:tab pos="6289675" algn="l"/>
                  <a:tab pos="6738938" algn="l"/>
                  <a:tab pos="7188200" algn="l"/>
                  <a:tab pos="7637463" algn="l"/>
                  <a:tab pos="8086725" algn="l"/>
                  <a:tab pos="8535988" algn="l"/>
                  <a:tab pos="8985250" algn="l"/>
                  <a:tab pos="9434513" algn="l"/>
                </a:tabLst>
                <a:defRPr sz="2200">
                  <a:solidFill>
                    <a:srgbClr val="000000"/>
                  </a:solidFill>
                  <a:latin typeface="Arial" panose="020B0604020202020204" pitchFamily="34" charset="0"/>
                  <a:cs typeface="WenQuanYi Micro Hei" charset="0"/>
                </a:defRPr>
              </a:lvl9pPr>
            </a:lstStyle>
            <a:p>
              <a:pPr marL="241300" lvl="1">
                <a:spcBef>
                  <a:spcPct val="0"/>
                </a:spcBef>
                <a:spcAft>
                  <a:spcPts val="1138"/>
                </a:spcAft>
              </a:pPr>
              <a:r>
                <a:rPr lang="ca-ES" altLang="es-ES" sz="2000" b="1" dirty="0"/>
                <a:t>Dissipació de la càrrega</a:t>
              </a:r>
            </a:p>
          </p:txBody>
        </p:sp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A183942B-0A62-433B-95A9-1BF4F8EDD19F}"/>
                </a:ext>
              </a:extLst>
            </p:cNvPr>
            <p:cNvSpPr/>
            <p:nvPr/>
          </p:nvSpPr>
          <p:spPr>
            <a:xfrm>
              <a:off x="5825054" y="2111249"/>
              <a:ext cx="3480003" cy="20329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03FD1A95-4963-43CB-B201-03C2BEABA74E}"/>
              </a:ext>
            </a:extLst>
          </p:cNvPr>
          <p:cNvGrpSpPr/>
          <p:nvPr/>
        </p:nvGrpSpPr>
        <p:grpSpPr>
          <a:xfrm>
            <a:off x="638753" y="4338637"/>
            <a:ext cx="4194421" cy="2041263"/>
            <a:chOff x="638753" y="4338637"/>
            <a:chExt cx="4194421" cy="2041263"/>
          </a:xfrm>
        </p:grpSpPr>
        <p:pic>
          <p:nvPicPr>
            <p:cNvPr id="9230" name="Picture 14" descr="Ionisers">
              <a:extLst>
                <a:ext uri="{FF2B5EF4-FFF2-40B4-BE49-F238E27FC236}">
                  <a16:creationId xmlns:a16="http://schemas.microsoft.com/office/drawing/2014/main" id="{82114272-BE0D-4830-9818-76F7F633C2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8753" y="4784505"/>
              <a:ext cx="2697412" cy="15168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07C45C42-17F7-4476-947D-D40F2ADBFB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7105" y="4338637"/>
              <a:ext cx="3956069" cy="4387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66336" rIns="90000" bIns="45000"/>
            <a:lstStyle>
              <a:lvl1pPr marL="215900" indent="-215900">
                <a:lnSpc>
                  <a:spcPct val="93000"/>
                </a:lnSpc>
                <a:spcBef>
                  <a:spcPts val="1563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49263" algn="l"/>
                  <a:tab pos="898525" algn="l"/>
                  <a:tab pos="1347788" algn="l"/>
                  <a:tab pos="1797050" algn="l"/>
                  <a:tab pos="2246313" algn="l"/>
                  <a:tab pos="2695575" algn="l"/>
                  <a:tab pos="3144838" algn="l"/>
                  <a:tab pos="3594100" algn="l"/>
                  <a:tab pos="4043363" algn="l"/>
                  <a:tab pos="4492625" algn="l"/>
                  <a:tab pos="4941888" algn="l"/>
                  <a:tab pos="5391150" algn="l"/>
                  <a:tab pos="5840413" algn="l"/>
                  <a:tab pos="6289675" algn="l"/>
                  <a:tab pos="6738938" algn="l"/>
                  <a:tab pos="7188200" algn="l"/>
                  <a:tab pos="7637463" algn="l"/>
                  <a:tab pos="8086725" algn="l"/>
                  <a:tab pos="8535988" algn="l"/>
                  <a:tab pos="8985250" algn="l"/>
                  <a:tab pos="9434513" algn="l"/>
                </a:tabLst>
                <a:defRPr sz="3500">
                  <a:solidFill>
                    <a:srgbClr val="000000"/>
                  </a:solidFill>
                  <a:latin typeface="Arial" panose="020B0604020202020204" pitchFamily="34" charset="0"/>
                  <a:cs typeface="WenQuanYi Micro Hei" charset="0"/>
                </a:defRPr>
              </a:lvl1pPr>
              <a:lvl2pPr>
                <a:lnSpc>
                  <a:spcPct val="93000"/>
                </a:lnSpc>
                <a:spcBef>
                  <a:spcPts val="12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49263" algn="l"/>
                  <a:tab pos="898525" algn="l"/>
                  <a:tab pos="1347788" algn="l"/>
                  <a:tab pos="1797050" algn="l"/>
                  <a:tab pos="2246313" algn="l"/>
                  <a:tab pos="2695575" algn="l"/>
                  <a:tab pos="3144838" algn="l"/>
                  <a:tab pos="3594100" algn="l"/>
                  <a:tab pos="4043363" algn="l"/>
                  <a:tab pos="4492625" algn="l"/>
                  <a:tab pos="4941888" algn="l"/>
                  <a:tab pos="5391150" algn="l"/>
                  <a:tab pos="5840413" algn="l"/>
                  <a:tab pos="6289675" algn="l"/>
                  <a:tab pos="6738938" algn="l"/>
                  <a:tab pos="7188200" algn="l"/>
                  <a:tab pos="7637463" algn="l"/>
                  <a:tab pos="8086725" algn="l"/>
                  <a:tab pos="8535988" algn="l"/>
                  <a:tab pos="8985250" algn="l"/>
                  <a:tab pos="9434513" algn="l"/>
                </a:tabLst>
                <a:defRPr sz="3100">
                  <a:solidFill>
                    <a:srgbClr val="000000"/>
                  </a:solidFill>
                  <a:latin typeface="Arial" panose="020B0604020202020204" pitchFamily="34" charset="0"/>
                  <a:cs typeface="WenQuanYi Micro Hei" charset="0"/>
                </a:defRPr>
              </a:lvl2pPr>
              <a:lvl3pPr>
                <a:lnSpc>
                  <a:spcPct val="93000"/>
                </a:lnSpc>
                <a:spcBef>
                  <a:spcPts val="938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49263" algn="l"/>
                  <a:tab pos="898525" algn="l"/>
                  <a:tab pos="1347788" algn="l"/>
                  <a:tab pos="1797050" algn="l"/>
                  <a:tab pos="2246313" algn="l"/>
                  <a:tab pos="2695575" algn="l"/>
                  <a:tab pos="3144838" algn="l"/>
                  <a:tab pos="3594100" algn="l"/>
                  <a:tab pos="4043363" algn="l"/>
                  <a:tab pos="4492625" algn="l"/>
                  <a:tab pos="4941888" algn="l"/>
                  <a:tab pos="5391150" algn="l"/>
                  <a:tab pos="5840413" algn="l"/>
                  <a:tab pos="6289675" algn="l"/>
                  <a:tab pos="6738938" algn="l"/>
                  <a:tab pos="7188200" algn="l"/>
                  <a:tab pos="7637463" algn="l"/>
                  <a:tab pos="8086725" algn="l"/>
                  <a:tab pos="8535988" algn="l"/>
                  <a:tab pos="8985250" algn="l"/>
                  <a:tab pos="9434513" algn="l"/>
                </a:tabLst>
                <a:defRPr sz="2600">
                  <a:solidFill>
                    <a:srgbClr val="000000"/>
                  </a:solidFill>
                  <a:latin typeface="Arial" panose="020B0604020202020204" pitchFamily="34" charset="0"/>
                  <a:cs typeface="WenQuanYi Micro Hei" charset="0"/>
                </a:defRPr>
              </a:lvl3pPr>
              <a:lvl4pPr>
                <a:lnSpc>
                  <a:spcPct val="93000"/>
                </a:lnSpc>
                <a:spcBef>
                  <a:spcPts val="6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49263" algn="l"/>
                  <a:tab pos="898525" algn="l"/>
                  <a:tab pos="1347788" algn="l"/>
                  <a:tab pos="1797050" algn="l"/>
                  <a:tab pos="2246313" algn="l"/>
                  <a:tab pos="2695575" algn="l"/>
                  <a:tab pos="3144838" algn="l"/>
                  <a:tab pos="3594100" algn="l"/>
                  <a:tab pos="4043363" algn="l"/>
                  <a:tab pos="4492625" algn="l"/>
                  <a:tab pos="4941888" algn="l"/>
                  <a:tab pos="5391150" algn="l"/>
                  <a:tab pos="5840413" algn="l"/>
                  <a:tab pos="6289675" algn="l"/>
                  <a:tab pos="6738938" algn="l"/>
                  <a:tab pos="7188200" algn="l"/>
                  <a:tab pos="7637463" algn="l"/>
                  <a:tab pos="8086725" algn="l"/>
                  <a:tab pos="8535988" algn="l"/>
                  <a:tab pos="8985250" algn="l"/>
                  <a:tab pos="9434513" algn="l"/>
                </a:tabLst>
                <a:defRPr sz="2200">
                  <a:solidFill>
                    <a:srgbClr val="000000"/>
                  </a:solidFill>
                  <a:latin typeface="Arial" panose="020B0604020202020204" pitchFamily="34" charset="0"/>
                  <a:cs typeface="WenQuanYi Micro Hei" charset="0"/>
                </a:defRPr>
              </a:lvl4pPr>
              <a:lvl5pPr>
                <a:lnSpc>
                  <a:spcPct val="93000"/>
                </a:lnSpc>
                <a:spcBef>
                  <a:spcPts val="313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49263" algn="l"/>
                  <a:tab pos="898525" algn="l"/>
                  <a:tab pos="1347788" algn="l"/>
                  <a:tab pos="1797050" algn="l"/>
                  <a:tab pos="2246313" algn="l"/>
                  <a:tab pos="2695575" algn="l"/>
                  <a:tab pos="3144838" algn="l"/>
                  <a:tab pos="3594100" algn="l"/>
                  <a:tab pos="4043363" algn="l"/>
                  <a:tab pos="4492625" algn="l"/>
                  <a:tab pos="4941888" algn="l"/>
                  <a:tab pos="5391150" algn="l"/>
                  <a:tab pos="5840413" algn="l"/>
                  <a:tab pos="6289675" algn="l"/>
                  <a:tab pos="6738938" algn="l"/>
                  <a:tab pos="7188200" algn="l"/>
                  <a:tab pos="7637463" algn="l"/>
                  <a:tab pos="8086725" algn="l"/>
                  <a:tab pos="8535988" algn="l"/>
                  <a:tab pos="8985250" algn="l"/>
                  <a:tab pos="9434513" algn="l"/>
                </a:tabLst>
                <a:defRPr sz="2200">
                  <a:solidFill>
                    <a:srgbClr val="000000"/>
                  </a:solidFill>
                  <a:latin typeface="Arial" panose="020B0604020202020204" pitchFamily="34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lnSpc>
                  <a:spcPct val="93000"/>
                </a:lnSpc>
                <a:spcBef>
                  <a:spcPts val="313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49263" algn="l"/>
                  <a:tab pos="898525" algn="l"/>
                  <a:tab pos="1347788" algn="l"/>
                  <a:tab pos="1797050" algn="l"/>
                  <a:tab pos="2246313" algn="l"/>
                  <a:tab pos="2695575" algn="l"/>
                  <a:tab pos="3144838" algn="l"/>
                  <a:tab pos="3594100" algn="l"/>
                  <a:tab pos="4043363" algn="l"/>
                  <a:tab pos="4492625" algn="l"/>
                  <a:tab pos="4941888" algn="l"/>
                  <a:tab pos="5391150" algn="l"/>
                  <a:tab pos="5840413" algn="l"/>
                  <a:tab pos="6289675" algn="l"/>
                  <a:tab pos="6738938" algn="l"/>
                  <a:tab pos="7188200" algn="l"/>
                  <a:tab pos="7637463" algn="l"/>
                  <a:tab pos="8086725" algn="l"/>
                  <a:tab pos="8535988" algn="l"/>
                  <a:tab pos="8985250" algn="l"/>
                  <a:tab pos="9434513" algn="l"/>
                </a:tabLst>
                <a:defRPr sz="2200">
                  <a:solidFill>
                    <a:srgbClr val="000000"/>
                  </a:solidFill>
                  <a:latin typeface="Arial" panose="020B0604020202020204" pitchFamily="34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lnSpc>
                  <a:spcPct val="93000"/>
                </a:lnSpc>
                <a:spcBef>
                  <a:spcPts val="313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49263" algn="l"/>
                  <a:tab pos="898525" algn="l"/>
                  <a:tab pos="1347788" algn="l"/>
                  <a:tab pos="1797050" algn="l"/>
                  <a:tab pos="2246313" algn="l"/>
                  <a:tab pos="2695575" algn="l"/>
                  <a:tab pos="3144838" algn="l"/>
                  <a:tab pos="3594100" algn="l"/>
                  <a:tab pos="4043363" algn="l"/>
                  <a:tab pos="4492625" algn="l"/>
                  <a:tab pos="4941888" algn="l"/>
                  <a:tab pos="5391150" algn="l"/>
                  <a:tab pos="5840413" algn="l"/>
                  <a:tab pos="6289675" algn="l"/>
                  <a:tab pos="6738938" algn="l"/>
                  <a:tab pos="7188200" algn="l"/>
                  <a:tab pos="7637463" algn="l"/>
                  <a:tab pos="8086725" algn="l"/>
                  <a:tab pos="8535988" algn="l"/>
                  <a:tab pos="8985250" algn="l"/>
                  <a:tab pos="9434513" algn="l"/>
                </a:tabLst>
                <a:defRPr sz="2200">
                  <a:solidFill>
                    <a:srgbClr val="000000"/>
                  </a:solidFill>
                  <a:latin typeface="Arial" panose="020B0604020202020204" pitchFamily="34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lnSpc>
                  <a:spcPct val="93000"/>
                </a:lnSpc>
                <a:spcBef>
                  <a:spcPts val="313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49263" algn="l"/>
                  <a:tab pos="898525" algn="l"/>
                  <a:tab pos="1347788" algn="l"/>
                  <a:tab pos="1797050" algn="l"/>
                  <a:tab pos="2246313" algn="l"/>
                  <a:tab pos="2695575" algn="l"/>
                  <a:tab pos="3144838" algn="l"/>
                  <a:tab pos="3594100" algn="l"/>
                  <a:tab pos="4043363" algn="l"/>
                  <a:tab pos="4492625" algn="l"/>
                  <a:tab pos="4941888" algn="l"/>
                  <a:tab pos="5391150" algn="l"/>
                  <a:tab pos="5840413" algn="l"/>
                  <a:tab pos="6289675" algn="l"/>
                  <a:tab pos="6738938" algn="l"/>
                  <a:tab pos="7188200" algn="l"/>
                  <a:tab pos="7637463" algn="l"/>
                  <a:tab pos="8086725" algn="l"/>
                  <a:tab pos="8535988" algn="l"/>
                  <a:tab pos="8985250" algn="l"/>
                  <a:tab pos="9434513" algn="l"/>
                </a:tabLst>
                <a:defRPr sz="2200">
                  <a:solidFill>
                    <a:srgbClr val="000000"/>
                  </a:solidFill>
                  <a:latin typeface="Arial" panose="020B0604020202020204" pitchFamily="34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lnSpc>
                  <a:spcPct val="93000"/>
                </a:lnSpc>
                <a:spcBef>
                  <a:spcPts val="313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49263" algn="l"/>
                  <a:tab pos="898525" algn="l"/>
                  <a:tab pos="1347788" algn="l"/>
                  <a:tab pos="1797050" algn="l"/>
                  <a:tab pos="2246313" algn="l"/>
                  <a:tab pos="2695575" algn="l"/>
                  <a:tab pos="3144838" algn="l"/>
                  <a:tab pos="3594100" algn="l"/>
                  <a:tab pos="4043363" algn="l"/>
                  <a:tab pos="4492625" algn="l"/>
                  <a:tab pos="4941888" algn="l"/>
                  <a:tab pos="5391150" algn="l"/>
                  <a:tab pos="5840413" algn="l"/>
                  <a:tab pos="6289675" algn="l"/>
                  <a:tab pos="6738938" algn="l"/>
                  <a:tab pos="7188200" algn="l"/>
                  <a:tab pos="7637463" algn="l"/>
                  <a:tab pos="8086725" algn="l"/>
                  <a:tab pos="8535988" algn="l"/>
                  <a:tab pos="8985250" algn="l"/>
                  <a:tab pos="9434513" algn="l"/>
                </a:tabLst>
                <a:defRPr sz="2200">
                  <a:solidFill>
                    <a:srgbClr val="000000"/>
                  </a:solidFill>
                  <a:latin typeface="Arial" panose="020B0604020202020204" pitchFamily="34" charset="0"/>
                  <a:cs typeface="WenQuanYi Micro Hei" charset="0"/>
                </a:defRPr>
              </a:lvl9pPr>
            </a:lstStyle>
            <a:p>
              <a:pPr marL="241300" lvl="1">
                <a:spcBef>
                  <a:spcPct val="0"/>
                </a:spcBef>
                <a:spcAft>
                  <a:spcPts val="1138"/>
                </a:spcAft>
              </a:pPr>
              <a:r>
                <a:rPr lang="ca-ES" altLang="es-ES" sz="2000" b="1" dirty="0"/>
                <a:t>Neutralització de la càrrega</a:t>
              </a:r>
            </a:p>
          </p:txBody>
        </p:sp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AF6D1600-76EA-4313-8F92-2358949AF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110356" y="4713297"/>
              <a:ext cx="1160715" cy="1659140"/>
            </a:xfrm>
            <a:prstGeom prst="rect">
              <a:avLst/>
            </a:prstGeom>
          </p:spPr>
        </p:pic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C7774F36-A5EC-4028-AE75-D332D1F744F4}"/>
                </a:ext>
              </a:extLst>
            </p:cNvPr>
            <p:cNvSpPr/>
            <p:nvPr/>
          </p:nvSpPr>
          <p:spPr>
            <a:xfrm>
              <a:off x="1113517" y="4346918"/>
              <a:ext cx="3480003" cy="20329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6BA20B51-7851-47A3-803E-6DD36F32D5CF}"/>
              </a:ext>
            </a:extLst>
          </p:cNvPr>
          <p:cNvGrpSpPr/>
          <p:nvPr/>
        </p:nvGrpSpPr>
        <p:grpSpPr>
          <a:xfrm>
            <a:off x="5825053" y="4338637"/>
            <a:ext cx="3480003" cy="2140279"/>
            <a:chOff x="5825053" y="4338637"/>
            <a:chExt cx="3480003" cy="2140279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FFDEF4D7-CA83-4971-A983-950EA1D6EBAF}"/>
                </a:ext>
              </a:extLst>
            </p:cNvPr>
            <p:cNvSpPr/>
            <p:nvPr/>
          </p:nvSpPr>
          <p:spPr>
            <a:xfrm>
              <a:off x="6035883" y="6356516"/>
              <a:ext cx="2878563" cy="12240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algn="r" defTabSz="914213">
                <a:tabLst>
                  <a:tab pos="407526" algn="l"/>
                  <a:tab pos="815053" algn="l"/>
                  <a:tab pos="1222579" algn="l"/>
                  <a:tab pos="1630106" algn="l"/>
                  <a:tab pos="2037632" algn="l"/>
                  <a:tab pos="2445159" algn="l"/>
                  <a:tab pos="2852685" algn="l"/>
                </a:tabLs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ca-ES" sz="1270" b="1">
                <a:solidFill>
                  <a:srgbClr val="000000"/>
                </a:solidFill>
                <a:latin typeface="Arial" pitchFamily="34"/>
                <a:ea typeface="MS PGothic" pitchFamily="34"/>
                <a:cs typeface="WenQuanYi Micro Hei"/>
              </a:endParaRPr>
            </a:p>
          </p:txBody>
        </p:sp>
        <p:sp>
          <p:nvSpPr>
            <p:cNvPr id="14" name="Text Box 4">
              <a:extLst>
                <a:ext uri="{FF2B5EF4-FFF2-40B4-BE49-F238E27FC236}">
                  <a16:creationId xmlns:a16="http://schemas.microsoft.com/office/drawing/2014/main" id="{5C2D2C65-6E94-4FCC-8311-BA6B8B81D4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0997" y="4338637"/>
              <a:ext cx="2878563" cy="6588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66336" rIns="90000" bIns="45000"/>
            <a:lstStyle>
              <a:lvl1pPr marL="215900" indent="-215900">
                <a:lnSpc>
                  <a:spcPct val="93000"/>
                </a:lnSpc>
                <a:spcBef>
                  <a:spcPts val="1563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49263" algn="l"/>
                  <a:tab pos="898525" algn="l"/>
                  <a:tab pos="1347788" algn="l"/>
                  <a:tab pos="1797050" algn="l"/>
                  <a:tab pos="2246313" algn="l"/>
                  <a:tab pos="2695575" algn="l"/>
                  <a:tab pos="3144838" algn="l"/>
                  <a:tab pos="3594100" algn="l"/>
                  <a:tab pos="4043363" algn="l"/>
                  <a:tab pos="4492625" algn="l"/>
                  <a:tab pos="4941888" algn="l"/>
                  <a:tab pos="5391150" algn="l"/>
                  <a:tab pos="5840413" algn="l"/>
                  <a:tab pos="6289675" algn="l"/>
                  <a:tab pos="6738938" algn="l"/>
                  <a:tab pos="7188200" algn="l"/>
                  <a:tab pos="7637463" algn="l"/>
                  <a:tab pos="8086725" algn="l"/>
                  <a:tab pos="8535988" algn="l"/>
                  <a:tab pos="8985250" algn="l"/>
                  <a:tab pos="9434513" algn="l"/>
                </a:tabLst>
                <a:defRPr sz="3500">
                  <a:solidFill>
                    <a:srgbClr val="000000"/>
                  </a:solidFill>
                  <a:latin typeface="Arial" panose="020B0604020202020204" pitchFamily="34" charset="0"/>
                  <a:cs typeface="WenQuanYi Micro Hei" charset="0"/>
                </a:defRPr>
              </a:lvl1pPr>
              <a:lvl2pPr>
                <a:lnSpc>
                  <a:spcPct val="93000"/>
                </a:lnSpc>
                <a:spcBef>
                  <a:spcPts val="12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49263" algn="l"/>
                  <a:tab pos="898525" algn="l"/>
                  <a:tab pos="1347788" algn="l"/>
                  <a:tab pos="1797050" algn="l"/>
                  <a:tab pos="2246313" algn="l"/>
                  <a:tab pos="2695575" algn="l"/>
                  <a:tab pos="3144838" algn="l"/>
                  <a:tab pos="3594100" algn="l"/>
                  <a:tab pos="4043363" algn="l"/>
                  <a:tab pos="4492625" algn="l"/>
                  <a:tab pos="4941888" algn="l"/>
                  <a:tab pos="5391150" algn="l"/>
                  <a:tab pos="5840413" algn="l"/>
                  <a:tab pos="6289675" algn="l"/>
                  <a:tab pos="6738938" algn="l"/>
                  <a:tab pos="7188200" algn="l"/>
                  <a:tab pos="7637463" algn="l"/>
                  <a:tab pos="8086725" algn="l"/>
                  <a:tab pos="8535988" algn="l"/>
                  <a:tab pos="8985250" algn="l"/>
                  <a:tab pos="9434513" algn="l"/>
                </a:tabLst>
                <a:defRPr sz="3100">
                  <a:solidFill>
                    <a:srgbClr val="000000"/>
                  </a:solidFill>
                  <a:latin typeface="Arial" panose="020B0604020202020204" pitchFamily="34" charset="0"/>
                  <a:cs typeface="WenQuanYi Micro Hei" charset="0"/>
                </a:defRPr>
              </a:lvl2pPr>
              <a:lvl3pPr>
                <a:lnSpc>
                  <a:spcPct val="93000"/>
                </a:lnSpc>
                <a:spcBef>
                  <a:spcPts val="938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49263" algn="l"/>
                  <a:tab pos="898525" algn="l"/>
                  <a:tab pos="1347788" algn="l"/>
                  <a:tab pos="1797050" algn="l"/>
                  <a:tab pos="2246313" algn="l"/>
                  <a:tab pos="2695575" algn="l"/>
                  <a:tab pos="3144838" algn="l"/>
                  <a:tab pos="3594100" algn="l"/>
                  <a:tab pos="4043363" algn="l"/>
                  <a:tab pos="4492625" algn="l"/>
                  <a:tab pos="4941888" algn="l"/>
                  <a:tab pos="5391150" algn="l"/>
                  <a:tab pos="5840413" algn="l"/>
                  <a:tab pos="6289675" algn="l"/>
                  <a:tab pos="6738938" algn="l"/>
                  <a:tab pos="7188200" algn="l"/>
                  <a:tab pos="7637463" algn="l"/>
                  <a:tab pos="8086725" algn="l"/>
                  <a:tab pos="8535988" algn="l"/>
                  <a:tab pos="8985250" algn="l"/>
                  <a:tab pos="9434513" algn="l"/>
                </a:tabLst>
                <a:defRPr sz="2600">
                  <a:solidFill>
                    <a:srgbClr val="000000"/>
                  </a:solidFill>
                  <a:latin typeface="Arial" panose="020B0604020202020204" pitchFamily="34" charset="0"/>
                  <a:cs typeface="WenQuanYi Micro Hei" charset="0"/>
                </a:defRPr>
              </a:lvl3pPr>
              <a:lvl4pPr>
                <a:lnSpc>
                  <a:spcPct val="93000"/>
                </a:lnSpc>
                <a:spcBef>
                  <a:spcPts val="6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49263" algn="l"/>
                  <a:tab pos="898525" algn="l"/>
                  <a:tab pos="1347788" algn="l"/>
                  <a:tab pos="1797050" algn="l"/>
                  <a:tab pos="2246313" algn="l"/>
                  <a:tab pos="2695575" algn="l"/>
                  <a:tab pos="3144838" algn="l"/>
                  <a:tab pos="3594100" algn="l"/>
                  <a:tab pos="4043363" algn="l"/>
                  <a:tab pos="4492625" algn="l"/>
                  <a:tab pos="4941888" algn="l"/>
                  <a:tab pos="5391150" algn="l"/>
                  <a:tab pos="5840413" algn="l"/>
                  <a:tab pos="6289675" algn="l"/>
                  <a:tab pos="6738938" algn="l"/>
                  <a:tab pos="7188200" algn="l"/>
                  <a:tab pos="7637463" algn="l"/>
                  <a:tab pos="8086725" algn="l"/>
                  <a:tab pos="8535988" algn="l"/>
                  <a:tab pos="8985250" algn="l"/>
                  <a:tab pos="9434513" algn="l"/>
                </a:tabLst>
                <a:defRPr sz="2200">
                  <a:solidFill>
                    <a:srgbClr val="000000"/>
                  </a:solidFill>
                  <a:latin typeface="Arial" panose="020B0604020202020204" pitchFamily="34" charset="0"/>
                  <a:cs typeface="WenQuanYi Micro Hei" charset="0"/>
                </a:defRPr>
              </a:lvl4pPr>
              <a:lvl5pPr>
                <a:lnSpc>
                  <a:spcPct val="93000"/>
                </a:lnSpc>
                <a:spcBef>
                  <a:spcPts val="313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49263" algn="l"/>
                  <a:tab pos="898525" algn="l"/>
                  <a:tab pos="1347788" algn="l"/>
                  <a:tab pos="1797050" algn="l"/>
                  <a:tab pos="2246313" algn="l"/>
                  <a:tab pos="2695575" algn="l"/>
                  <a:tab pos="3144838" algn="l"/>
                  <a:tab pos="3594100" algn="l"/>
                  <a:tab pos="4043363" algn="l"/>
                  <a:tab pos="4492625" algn="l"/>
                  <a:tab pos="4941888" algn="l"/>
                  <a:tab pos="5391150" algn="l"/>
                  <a:tab pos="5840413" algn="l"/>
                  <a:tab pos="6289675" algn="l"/>
                  <a:tab pos="6738938" algn="l"/>
                  <a:tab pos="7188200" algn="l"/>
                  <a:tab pos="7637463" algn="l"/>
                  <a:tab pos="8086725" algn="l"/>
                  <a:tab pos="8535988" algn="l"/>
                  <a:tab pos="8985250" algn="l"/>
                  <a:tab pos="9434513" algn="l"/>
                </a:tabLst>
                <a:defRPr sz="2200">
                  <a:solidFill>
                    <a:srgbClr val="000000"/>
                  </a:solidFill>
                  <a:latin typeface="Arial" panose="020B0604020202020204" pitchFamily="34" charset="0"/>
                  <a:cs typeface="WenQuanYi Micro Hei" charset="0"/>
                </a:defRPr>
              </a:lvl5pPr>
              <a:lvl6pPr marL="2514600" indent="-228600" defTabSz="449263" eaLnBrk="0" fontAlgn="base" hangingPunct="0">
                <a:lnSpc>
                  <a:spcPct val="93000"/>
                </a:lnSpc>
                <a:spcBef>
                  <a:spcPts val="313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49263" algn="l"/>
                  <a:tab pos="898525" algn="l"/>
                  <a:tab pos="1347788" algn="l"/>
                  <a:tab pos="1797050" algn="l"/>
                  <a:tab pos="2246313" algn="l"/>
                  <a:tab pos="2695575" algn="l"/>
                  <a:tab pos="3144838" algn="l"/>
                  <a:tab pos="3594100" algn="l"/>
                  <a:tab pos="4043363" algn="l"/>
                  <a:tab pos="4492625" algn="l"/>
                  <a:tab pos="4941888" algn="l"/>
                  <a:tab pos="5391150" algn="l"/>
                  <a:tab pos="5840413" algn="l"/>
                  <a:tab pos="6289675" algn="l"/>
                  <a:tab pos="6738938" algn="l"/>
                  <a:tab pos="7188200" algn="l"/>
                  <a:tab pos="7637463" algn="l"/>
                  <a:tab pos="8086725" algn="l"/>
                  <a:tab pos="8535988" algn="l"/>
                  <a:tab pos="8985250" algn="l"/>
                  <a:tab pos="9434513" algn="l"/>
                </a:tabLst>
                <a:defRPr sz="2200">
                  <a:solidFill>
                    <a:srgbClr val="000000"/>
                  </a:solidFill>
                  <a:latin typeface="Arial" panose="020B0604020202020204" pitchFamily="34" charset="0"/>
                  <a:cs typeface="WenQuanYi Micro Hei" charset="0"/>
                </a:defRPr>
              </a:lvl6pPr>
              <a:lvl7pPr marL="2971800" indent="-228600" defTabSz="449263" eaLnBrk="0" fontAlgn="base" hangingPunct="0">
                <a:lnSpc>
                  <a:spcPct val="93000"/>
                </a:lnSpc>
                <a:spcBef>
                  <a:spcPts val="313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49263" algn="l"/>
                  <a:tab pos="898525" algn="l"/>
                  <a:tab pos="1347788" algn="l"/>
                  <a:tab pos="1797050" algn="l"/>
                  <a:tab pos="2246313" algn="l"/>
                  <a:tab pos="2695575" algn="l"/>
                  <a:tab pos="3144838" algn="l"/>
                  <a:tab pos="3594100" algn="l"/>
                  <a:tab pos="4043363" algn="l"/>
                  <a:tab pos="4492625" algn="l"/>
                  <a:tab pos="4941888" algn="l"/>
                  <a:tab pos="5391150" algn="l"/>
                  <a:tab pos="5840413" algn="l"/>
                  <a:tab pos="6289675" algn="l"/>
                  <a:tab pos="6738938" algn="l"/>
                  <a:tab pos="7188200" algn="l"/>
                  <a:tab pos="7637463" algn="l"/>
                  <a:tab pos="8086725" algn="l"/>
                  <a:tab pos="8535988" algn="l"/>
                  <a:tab pos="8985250" algn="l"/>
                  <a:tab pos="9434513" algn="l"/>
                </a:tabLst>
                <a:defRPr sz="2200">
                  <a:solidFill>
                    <a:srgbClr val="000000"/>
                  </a:solidFill>
                  <a:latin typeface="Arial" panose="020B0604020202020204" pitchFamily="34" charset="0"/>
                  <a:cs typeface="WenQuanYi Micro Hei" charset="0"/>
                </a:defRPr>
              </a:lvl7pPr>
              <a:lvl8pPr marL="3429000" indent="-228600" defTabSz="449263" eaLnBrk="0" fontAlgn="base" hangingPunct="0">
                <a:lnSpc>
                  <a:spcPct val="93000"/>
                </a:lnSpc>
                <a:spcBef>
                  <a:spcPts val="313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49263" algn="l"/>
                  <a:tab pos="898525" algn="l"/>
                  <a:tab pos="1347788" algn="l"/>
                  <a:tab pos="1797050" algn="l"/>
                  <a:tab pos="2246313" algn="l"/>
                  <a:tab pos="2695575" algn="l"/>
                  <a:tab pos="3144838" algn="l"/>
                  <a:tab pos="3594100" algn="l"/>
                  <a:tab pos="4043363" algn="l"/>
                  <a:tab pos="4492625" algn="l"/>
                  <a:tab pos="4941888" algn="l"/>
                  <a:tab pos="5391150" algn="l"/>
                  <a:tab pos="5840413" algn="l"/>
                  <a:tab pos="6289675" algn="l"/>
                  <a:tab pos="6738938" algn="l"/>
                  <a:tab pos="7188200" algn="l"/>
                  <a:tab pos="7637463" algn="l"/>
                  <a:tab pos="8086725" algn="l"/>
                  <a:tab pos="8535988" algn="l"/>
                  <a:tab pos="8985250" algn="l"/>
                  <a:tab pos="9434513" algn="l"/>
                </a:tabLst>
                <a:defRPr sz="2200">
                  <a:solidFill>
                    <a:srgbClr val="000000"/>
                  </a:solidFill>
                  <a:latin typeface="Arial" panose="020B0604020202020204" pitchFamily="34" charset="0"/>
                  <a:cs typeface="WenQuanYi Micro Hei" charset="0"/>
                </a:defRPr>
              </a:lvl8pPr>
              <a:lvl9pPr marL="3886200" indent="-228600" defTabSz="449263" eaLnBrk="0" fontAlgn="base" hangingPunct="0">
                <a:lnSpc>
                  <a:spcPct val="93000"/>
                </a:lnSpc>
                <a:spcBef>
                  <a:spcPts val="313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49263" algn="l"/>
                  <a:tab pos="898525" algn="l"/>
                  <a:tab pos="1347788" algn="l"/>
                  <a:tab pos="1797050" algn="l"/>
                  <a:tab pos="2246313" algn="l"/>
                  <a:tab pos="2695575" algn="l"/>
                  <a:tab pos="3144838" algn="l"/>
                  <a:tab pos="3594100" algn="l"/>
                  <a:tab pos="4043363" algn="l"/>
                  <a:tab pos="4492625" algn="l"/>
                  <a:tab pos="4941888" algn="l"/>
                  <a:tab pos="5391150" algn="l"/>
                  <a:tab pos="5840413" algn="l"/>
                  <a:tab pos="6289675" algn="l"/>
                  <a:tab pos="6738938" algn="l"/>
                  <a:tab pos="7188200" algn="l"/>
                  <a:tab pos="7637463" algn="l"/>
                  <a:tab pos="8086725" algn="l"/>
                  <a:tab pos="8535988" algn="l"/>
                  <a:tab pos="8985250" algn="l"/>
                  <a:tab pos="9434513" algn="l"/>
                </a:tabLst>
                <a:defRPr sz="2200">
                  <a:solidFill>
                    <a:srgbClr val="000000"/>
                  </a:solidFill>
                  <a:latin typeface="Arial" panose="020B0604020202020204" pitchFamily="34" charset="0"/>
                  <a:cs typeface="WenQuanYi Micro Hei" charset="0"/>
                </a:defRPr>
              </a:lvl9pPr>
            </a:lstStyle>
            <a:p>
              <a:pPr marL="241300" lvl="1">
                <a:spcBef>
                  <a:spcPct val="0"/>
                </a:spcBef>
                <a:spcAft>
                  <a:spcPts val="1138"/>
                </a:spcAft>
              </a:pPr>
              <a:r>
                <a:rPr lang="ca-ES" altLang="es-ES" sz="2000" b="1" dirty="0"/>
                <a:t>Apantallament del camp </a:t>
              </a:r>
              <a:r>
                <a:rPr lang="ca-ES" altLang="es-ES" sz="2000" b="1" dirty="0" err="1"/>
                <a:t>electrostàtic</a:t>
              </a:r>
              <a:endParaRPr lang="ca-ES" altLang="es-ES" sz="2000" b="1" dirty="0"/>
            </a:p>
          </p:txBody>
        </p:sp>
        <p:pic>
          <p:nvPicPr>
            <p:cNvPr id="9218" name="Picture 2" descr="Anti-Static Bags">
              <a:extLst>
                <a:ext uri="{FF2B5EF4-FFF2-40B4-BE49-F238E27FC236}">
                  <a16:creationId xmlns:a16="http://schemas.microsoft.com/office/drawing/2014/main" id="{184697EF-8C88-4EAC-BDB4-39558478EF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565" y="5306200"/>
              <a:ext cx="1213864" cy="6825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F7EC04E1-B7BC-4D20-8AAE-DCEA179A5E85}"/>
                </a:ext>
              </a:extLst>
            </p:cNvPr>
            <p:cNvSpPr/>
            <p:nvPr/>
          </p:nvSpPr>
          <p:spPr>
            <a:xfrm>
              <a:off x="5825053" y="4339455"/>
              <a:ext cx="3480003" cy="20329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E5500C64-DAC2-43B8-B050-DE707EECCC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380699" y="5227893"/>
              <a:ext cx="710342" cy="825032"/>
            </a:xfrm>
            <a:prstGeom prst="rect">
              <a:avLst/>
            </a:prstGeom>
          </p:spPr>
        </p:pic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885AFD8A-2AB9-4969-B187-B3481C9F2CBD}"/>
                </a:ext>
              </a:extLst>
            </p:cNvPr>
            <p:cNvSpPr txBox="1"/>
            <p:nvPr/>
          </p:nvSpPr>
          <p:spPr>
            <a:xfrm>
              <a:off x="7030803" y="5019117"/>
              <a:ext cx="12779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&lt; 10</a:t>
              </a:r>
              <a:r>
                <a:rPr lang="en-GB" baseline="30000" dirty="0"/>
                <a:t>10</a:t>
              </a:r>
              <a:r>
                <a:rPr lang="en-GB" dirty="0"/>
                <a:t> </a:t>
              </a:r>
              <a:r>
                <a:rPr lang="el-GR" dirty="0">
                  <a:latin typeface="Arial" panose="020B0604020202020204" pitchFamily="34" charset="0"/>
                  <a:cs typeface="Arial" panose="020B0604020202020204" pitchFamily="34" charset="0"/>
                </a:rPr>
                <a:t>Ω</a:t>
              </a:r>
              <a:r>
                <a:rPr lang="es-ES" dirty="0">
                  <a:latin typeface="Arial" panose="020B0604020202020204" pitchFamily="34" charset="0"/>
                  <a:cs typeface="Arial" panose="020B0604020202020204" pitchFamily="34" charset="0"/>
                </a:rPr>
                <a:t>/</a:t>
              </a:r>
              <a:r>
                <a:rPr lang="es-ES" dirty="0" err="1">
                  <a:latin typeface="Arial" panose="020B0604020202020204" pitchFamily="34" charset="0"/>
                  <a:cs typeface="Arial" panose="020B0604020202020204" pitchFamily="34" charset="0"/>
                </a:rPr>
                <a:t>sq</a:t>
              </a:r>
              <a:endParaRPr lang="en-GB" dirty="0"/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5109B0CD-4596-4E18-99C5-8A86218CD5AC}"/>
                </a:ext>
              </a:extLst>
            </p:cNvPr>
            <p:cNvSpPr txBox="1"/>
            <p:nvPr/>
          </p:nvSpPr>
          <p:spPr>
            <a:xfrm>
              <a:off x="6175514" y="5958385"/>
              <a:ext cx="1043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t </a:t>
              </a:r>
              <a:r>
                <a:rPr lang="en-GB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~</a:t>
              </a:r>
              <a:r>
                <a:rPr lang="es-ES" dirty="0"/>
                <a:t> 0.02 s</a:t>
              </a:r>
              <a:endParaRPr lang="en-GB" dirty="0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45CA839D-71A6-48DE-9F7F-D3FFEF588124}"/>
                </a:ext>
              </a:extLst>
            </p:cNvPr>
            <p:cNvSpPr txBox="1"/>
            <p:nvPr/>
          </p:nvSpPr>
          <p:spPr>
            <a:xfrm>
              <a:off x="8359805" y="5958385"/>
              <a:ext cx="7521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t </a:t>
              </a:r>
              <a:r>
                <a:rPr lang="en-GB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~</a:t>
              </a:r>
              <a:r>
                <a:rPr lang="es-ES" dirty="0"/>
                <a:t> 2 s</a:t>
              </a:r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35014680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7D1FA8A5-98A2-4142-BA4C-A71FA2997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313" y="1176051"/>
            <a:ext cx="6736913" cy="5211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ESD Protected Area Sign - Self-Adhesive - Antistat ESD Protection">
            <a:extLst>
              <a:ext uri="{FF2B5EF4-FFF2-40B4-BE49-F238E27FC236}">
                <a16:creationId xmlns:a16="http://schemas.microsoft.com/office/drawing/2014/main" id="{7383DBDD-D21D-4347-B90D-D45F51ADCD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23" b="15014"/>
          <a:stretch/>
        </p:blipFill>
        <p:spPr bwMode="auto">
          <a:xfrm>
            <a:off x="519894" y="1586712"/>
            <a:ext cx="1998785" cy="132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4">
            <a:extLst>
              <a:ext uri="{FF2B5EF4-FFF2-40B4-BE49-F238E27FC236}">
                <a16:creationId xmlns:a16="http://schemas.microsoft.com/office/drawing/2014/main" id="{248FD8E0-CE93-494A-BA4D-2B64DC566404}"/>
              </a:ext>
            </a:extLst>
          </p:cNvPr>
          <p:cNvSpPr/>
          <p:nvPr/>
        </p:nvSpPr>
        <p:spPr>
          <a:xfrm>
            <a:off x="8990762" y="6356517"/>
            <a:ext cx="452642" cy="36127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algn="ctr" defTabSz="914213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2DA8BD0-ACC2-4CDB-9B04-BE430CC3D8EC}" type="slidenum">
              <a:rPr lang="ca-ES" sz="1633">
                <a:solidFill>
                  <a:srgbClr val="000000"/>
                </a:solidFill>
                <a:latin typeface="Calibri"/>
                <a:ea typeface="MS PGothic" pitchFamily="34"/>
              </a:rPr>
              <a:pPr algn="ctr" defTabSz="914213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17</a:t>
            </a:fld>
            <a:endParaRPr lang="ca-ES" sz="1633">
              <a:solidFill>
                <a:srgbClr val="000000"/>
              </a:solidFill>
              <a:latin typeface="Calibri"/>
              <a:ea typeface="MS PGothic" pitchFamily="34"/>
            </a:endParaRPr>
          </a:p>
        </p:txBody>
      </p:sp>
      <p:cxnSp>
        <p:nvCxnSpPr>
          <p:cNvPr id="5" name="Conector recto 2">
            <a:extLst>
              <a:ext uri="{FF2B5EF4-FFF2-40B4-BE49-F238E27FC236}">
                <a16:creationId xmlns:a16="http://schemas.microsoft.com/office/drawing/2014/main" id="{DC15A95D-48F0-4844-B645-27C033C71695}"/>
              </a:ext>
            </a:extLst>
          </p:cNvPr>
          <p:cNvCxnSpPr>
            <a:cxnSpLocks/>
          </p:cNvCxnSpPr>
          <p:nvPr/>
        </p:nvCxnSpPr>
        <p:spPr>
          <a:xfrm flipH="1" flipV="1">
            <a:off x="555171" y="962678"/>
            <a:ext cx="8888234" cy="6712"/>
          </a:xfrm>
          <a:prstGeom prst="straightConnector1">
            <a:avLst/>
          </a:prstGeom>
          <a:noFill/>
          <a:ln w="31747" cap="flat">
            <a:solidFill>
              <a:srgbClr val="000000"/>
            </a:solidFill>
            <a:prstDash val="solid"/>
            <a:miter/>
          </a:ln>
        </p:spPr>
      </p:cxnSp>
      <p:sp>
        <p:nvSpPr>
          <p:cNvPr id="6" name="Forma libre: forma 7">
            <a:extLst>
              <a:ext uri="{FF2B5EF4-FFF2-40B4-BE49-F238E27FC236}">
                <a16:creationId xmlns:a16="http://schemas.microsoft.com/office/drawing/2014/main" id="{273EBB3C-E371-4DE7-9502-E477E63B4C6D}"/>
              </a:ext>
            </a:extLst>
          </p:cNvPr>
          <p:cNvSpPr/>
          <p:nvPr/>
        </p:nvSpPr>
        <p:spPr>
          <a:xfrm>
            <a:off x="275253" y="260740"/>
            <a:ext cx="3680927" cy="70865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89994" tIns="46797" rIns="89994" bIns="46797" anchor="t" anchorCtr="1" compatLnSpc="1">
            <a:spAutoFit/>
          </a:bodyPr>
          <a:lstStyle/>
          <a:p>
            <a:pPr defTabSz="914213">
              <a:spcBef>
                <a:spcPts val="1751"/>
              </a:spcBef>
              <a:tabLst>
                <a:tab pos="0" algn="l"/>
                <a:tab pos="448858" algn="l"/>
                <a:tab pos="898081" algn="l"/>
                <a:tab pos="1347304" algn="l"/>
                <a:tab pos="1796527" algn="l"/>
                <a:tab pos="2245750" algn="l"/>
                <a:tab pos="2694973" algn="l"/>
                <a:tab pos="3144195" algn="l"/>
                <a:tab pos="3593419" algn="l"/>
                <a:tab pos="4042642" algn="l"/>
                <a:tab pos="4491865" algn="l"/>
                <a:tab pos="4941080" algn="l"/>
                <a:tab pos="5390303" algn="l"/>
                <a:tab pos="5839526" algn="l"/>
                <a:tab pos="6288749" algn="l"/>
                <a:tab pos="6737971" algn="l"/>
                <a:tab pos="7187195" algn="l"/>
                <a:tab pos="7636418" algn="l"/>
                <a:tab pos="8085633" algn="l"/>
                <a:tab pos="8534864" algn="l"/>
                <a:tab pos="898408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3991" b="1" dirty="0">
                <a:solidFill>
                  <a:srgbClr val="000000"/>
                </a:solidFill>
                <a:latin typeface="Arial" pitchFamily="2"/>
                <a:ea typeface="DejaVu Sans" pitchFamily="2"/>
                <a:cs typeface="DejaVu Sans" pitchFamily="2"/>
              </a:rPr>
              <a:t>Control ESD</a:t>
            </a:r>
            <a:endParaRPr lang="ca-ES" sz="3991" b="1" dirty="0"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2BACFB2-987F-456D-9815-C7C51A53C678}"/>
              </a:ext>
            </a:extLst>
          </p:cNvPr>
          <p:cNvSpPr/>
          <p:nvPr/>
        </p:nvSpPr>
        <p:spPr>
          <a:xfrm>
            <a:off x="737228" y="6327717"/>
            <a:ext cx="3956069" cy="4188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1641" tIns="40816" rIns="81641" bIns="40816" anchor="t" anchorCtr="0" compatLnSpc="1">
            <a:noAutofit/>
          </a:bodyPr>
          <a:lstStyle/>
          <a:p>
            <a:pPr defTabSz="914213">
              <a:tabLst>
                <a:tab pos="407526" algn="l"/>
                <a:tab pos="815053" algn="l"/>
                <a:tab pos="1222579" algn="l"/>
                <a:tab pos="1630106" algn="l"/>
                <a:tab pos="2037632" algn="l"/>
                <a:tab pos="2445159" algn="l"/>
                <a:tab pos="2852685" algn="l"/>
                <a:tab pos="3260212" algn="l"/>
                <a:tab pos="3667738" algn="l"/>
                <a:tab pos="4075256" algn="l"/>
                <a:tab pos="4482782" algn="l"/>
                <a:tab pos="4890309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a-ES" sz="1633" b="1" dirty="0">
                <a:solidFill>
                  <a:srgbClr val="000000"/>
                </a:solidFill>
                <a:latin typeface="Arial" pitchFamily="34"/>
                <a:ea typeface="MS PGothic" pitchFamily="34"/>
                <a:cs typeface="WenQuanYi Micro Hei"/>
              </a:rPr>
              <a:t>Laboratori De Sistemes Electrònics I</a:t>
            </a:r>
          </a:p>
        </p:txBody>
      </p:sp>
      <p:pic>
        <p:nvPicPr>
          <p:cNvPr id="10" name="Picture 8" descr="Resultado de imagen de RF grup ub">
            <a:extLst>
              <a:ext uri="{FF2B5EF4-FFF2-40B4-BE49-F238E27FC236}">
                <a16:creationId xmlns:a16="http://schemas.microsoft.com/office/drawing/2014/main" id="{40D818FE-4FE4-401E-8B44-FCB850DCFB02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6708340" y="134221"/>
            <a:ext cx="2642489" cy="750553"/>
          </a:xfrm>
          <a:prstGeom prst="rect">
            <a:avLst/>
          </a:prstGeom>
          <a:ln w="0">
            <a:noFill/>
          </a:ln>
        </p:spPr>
      </p:pic>
      <p:sp>
        <p:nvSpPr>
          <p:cNvPr id="8" name="Text Box 4">
            <a:extLst>
              <a:ext uri="{FF2B5EF4-FFF2-40B4-BE49-F238E27FC236}">
                <a16:creationId xmlns:a16="http://schemas.microsoft.com/office/drawing/2014/main" id="{1614F495-5F9D-46F3-954C-3766A316B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228" y="1176051"/>
            <a:ext cx="8888235" cy="410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66336" rIns="90000" bIns="45000"/>
          <a:lstStyle>
            <a:lvl1pPr marL="215900" indent="-215900">
              <a:lnSpc>
                <a:spcPct val="93000"/>
              </a:lnSpc>
              <a:spcBef>
                <a:spcPts val="156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35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lnSpc>
                <a:spcPct val="93000"/>
              </a:lnSpc>
              <a:spcBef>
                <a:spcPts val="12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31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lnSpc>
                <a:spcPct val="93000"/>
              </a:lnSpc>
              <a:spcBef>
                <a:spcPts val="93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lnSpc>
                <a:spcPct val="93000"/>
              </a:lnSpc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lnSpc>
                <a:spcPct val="93000"/>
              </a:lnSpc>
              <a:spcBef>
                <a:spcPts val="31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0" indent="0" eaLnBrk="1">
              <a:spcBef>
                <a:spcPct val="0"/>
              </a:spcBef>
              <a:spcAft>
                <a:spcPts val="1138"/>
              </a:spcAft>
            </a:pPr>
            <a:r>
              <a:rPr lang="ca-ES" altLang="es-ES" sz="2400" b="1" dirty="0">
                <a:solidFill>
                  <a:srgbClr val="C00000"/>
                </a:solidFill>
              </a:rPr>
              <a:t>El lloc de treball ‘ideal’:</a:t>
            </a:r>
            <a:endParaRPr lang="ca-ES" altLang="es-ES" sz="2000" b="1" dirty="0">
              <a:solidFill>
                <a:srgbClr val="C00000"/>
              </a:solidFill>
            </a:endParaRPr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7280E928-5A6C-4B59-910B-C991FFB0C2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851" y="3104004"/>
            <a:ext cx="1566398" cy="132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ESD terms">
            <a:extLst>
              <a:ext uri="{FF2B5EF4-FFF2-40B4-BE49-F238E27FC236}">
                <a16:creationId xmlns:a16="http://schemas.microsoft.com/office/drawing/2014/main" id="{766AEA74-1207-42BE-B520-3E31086A20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956" y="4907909"/>
            <a:ext cx="1238250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 descr="Desco 06721 - Yellow Common Ground Point Label, 10 per Pack">
            <a:extLst>
              <a:ext uri="{FF2B5EF4-FFF2-40B4-BE49-F238E27FC236}">
                <a16:creationId xmlns:a16="http://schemas.microsoft.com/office/drawing/2014/main" id="{67DFFA79-446D-4DED-A217-342B11531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5585" y="3725301"/>
            <a:ext cx="1751318" cy="1751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4594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M4C123G LaunchPad Starter Guide : 7 Steps - Instructables">
            <a:extLst>
              <a:ext uri="{FF2B5EF4-FFF2-40B4-BE49-F238E27FC236}">
                <a16:creationId xmlns:a16="http://schemas.microsoft.com/office/drawing/2014/main" id="{08078265-64EB-5D3B-C666-82D122AF3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9955" y="1826398"/>
            <a:ext cx="5905500" cy="491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4">
            <a:extLst>
              <a:ext uri="{FF2B5EF4-FFF2-40B4-BE49-F238E27FC236}">
                <a16:creationId xmlns:a16="http://schemas.microsoft.com/office/drawing/2014/main" id="{248FD8E0-CE93-494A-BA4D-2B64DC566404}"/>
              </a:ext>
            </a:extLst>
          </p:cNvPr>
          <p:cNvSpPr/>
          <p:nvPr/>
        </p:nvSpPr>
        <p:spPr>
          <a:xfrm>
            <a:off x="8990762" y="6356517"/>
            <a:ext cx="452642" cy="36127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algn="ctr" defTabSz="914213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2DA8BD0-ACC2-4CDB-9B04-BE430CC3D8EC}" type="slidenum">
              <a:rPr lang="ca-ES" sz="1633">
                <a:solidFill>
                  <a:srgbClr val="000000"/>
                </a:solidFill>
                <a:latin typeface="Calibri"/>
                <a:ea typeface="MS PGothic" pitchFamily="34"/>
              </a:rPr>
              <a:pPr algn="ctr" defTabSz="914213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18</a:t>
            </a:fld>
            <a:endParaRPr lang="ca-ES" sz="1633">
              <a:solidFill>
                <a:srgbClr val="000000"/>
              </a:solidFill>
              <a:latin typeface="Calibri"/>
              <a:ea typeface="MS PGothic" pitchFamily="34"/>
            </a:endParaRPr>
          </a:p>
        </p:txBody>
      </p:sp>
      <p:cxnSp>
        <p:nvCxnSpPr>
          <p:cNvPr id="5" name="Conector recto 2">
            <a:extLst>
              <a:ext uri="{FF2B5EF4-FFF2-40B4-BE49-F238E27FC236}">
                <a16:creationId xmlns:a16="http://schemas.microsoft.com/office/drawing/2014/main" id="{DC15A95D-48F0-4844-B645-27C033C71695}"/>
              </a:ext>
            </a:extLst>
          </p:cNvPr>
          <p:cNvCxnSpPr>
            <a:cxnSpLocks/>
          </p:cNvCxnSpPr>
          <p:nvPr/>
        </p:nvCxnSpPr>
        <p:spPr>
          <a:xfrm flipH="1" flipV="1">
            <a:off x="555171" y="962678"/>
            <a:ext cx="8888234" cy="6712"/>
          </a:xfrm>
          <a:prstGeom prst="straightConnector1">
            <a:avLst/>
          </a:prstGeom>
          <a:noFill/>
          <a:ln w="31747" cap="flat">
            <a:solidFill>
              <a:srgbClr val="000000"/>
            </a:solidFill>
            <a:prstDash val="solid"/>
            <a:miter/>
          </a:ln>
        </p:spPr>
      </p:cxnSp>
      <p:sp>
        <p:nvSpPr>
          <p:cNvPr id="6" name="Forma libre: forma 7">
            <a:extLst>
              <a:ext uri="{FF2B5EF4-FFF2-40B4-BE49-F238E27FC236}">
                <a16:creationId xmlns:a16="http://schemas.microsoft.com/office/drawing/2014/main" id="{273EBB3C-E371-4DE7-9502-E477E63B4C6D}"/>
              </a:ext>
            </a:extLst>
          </p:cNvPr>
          <p:cNvSpPr/>
          <p:nvPr/>
        </p:nvSpPr>
        <p:spPr>
          <a:xfrm>
            <a:off x="275253" y="260740"/>
            <a:ext cx="3680927" cy="70865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89994" tIns="46797" rIns="89994" bIns="46797" anchor="t" anchorCtr="1" compatLnSpc="1">
            <a:spAutoFit/>
          </a:bodyPr>
          <a:lstStyle/>
          <a:p>
            <a:pPr defTabSz="914213">
              <a:spcBef>
                <a:spcPts val="1751"/>
              </a:spcBef>
              <a:tabLst>
                <a:tab pos="0" algn="l"/>
                <a:tab pos="448858" algn="l"/>
                <a:tab pos="898081" algn="l"/>
                <a:tab pos="1347304" algn="l"/>
                <a:tab pos="1796527" algn="l"/>
                <a:tab pos="2245750" algn="l"/>
                <a:tab pos="2694973" algn="l"/>
                <a:tab pos="3144195" algn="l"/>
                <a:tab pos="3593419" algn="l"/>
                <a:tab pos="4042642" algn="l"/>
                <a:tab pos="4491865" algn="l"/>
                <a:tab pos="4941080" algn="l"/>
                <a:tab pos="5390303" algn="l"/>
                <a:tab pos="5839526" algn="l"/>
                <a:tab pos="6288749" algn="l"/>
                <a:tab pos="6737971" algn="l"/>
                <a:tab pos="7187195" algn="l"/>
                <a:tab pos="7636418" algn="l"/>
                <a:tab pos="8085633" algn="l"/>
                <a:tab pos="8534864" algn="l"/>
                <a:tab pos="898408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3991" b="1" dirty="0">
                <a:solidFill>
                  <a:srgbClr val="000000"/>
                </a:solidFill>
                <a:latin typeface="Arial" pitchFamily="2"/>
                <a:ea typeface="DejaVu Sans" pitchFamily="2"/>
                <a:cs typeface="DejaVu Sans" pitchFamily="2"/>
              </a:rPr>
              <a:t>Control ESD</a:t>
            </a:r>
            <a:endParaRPr lang="ca-ES" sz="3991" b="1" dirty="0"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2BACFB2-987F-456D-9815-C7C51A53C678}"/>
              </a:ext>
            </a:extLst>
          </p:cNvPr>
          <p:cNvSpPr/>
          <p:nvPr/>
        </p:nvSpPr>
        <p:spPr>
          <a:xfrm>
            <a:off x="737228" y="6327717"/>
            <a:ext cx="3956069" cy="4188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1641" tIns="40816" rIns="81641" bIns="40816" anchor="t" anchorCtr="0" compatLnSpc="1">
            <a:noAutofit/>
          </a:bodyPr>
          <a:lstStyle/>
          <a:p>
            <a:pPr defTabSz="914213">
              <a:tabLst>
                <a:tab pos="407526" algn="l"/>
                <a:tab pos="815053" algn="l"/>
                <a:tab pos="1222579" algn="l"/>
                <a:tab pos="1630106" algn="l"/>
                <a:tab pos="2037632" algn="l"/>
                <a:tab pos="2445159" algn="l"/>
                <a:tab pos="2852685" algn="l"/>
                <a:tab pos="3260212" algn="l"/>
                <a:tab pos="3667738" algn="l"/>
                <a:tab pos="4075256" algn="l"/>
                <a:tab pos="4482782" algn="l"/>
                <a:tab pos="4890309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a-ES" sz="1633" b="1" dirty="0">
                <a:solidFill>
                  <a:srgbClr val="000000"/>
                </a:solidFill>
                <a:latin typeface="Arial" pitchFamily="34"/>
                <a:ea typeface="MS PGothic" pitchFamily="34"/>
                <a:cs typeface="WenQuanYi Micro Hei"/>
              </a:rPr>
              <a:t>Laboratori De Sistemes Electrònics I</a:t>
            </a:r>
          </a:p>
        </p:txBody>
      </p:sp>
      <p:pic>
        <p:nvPicPr>
          <p:cNvPr id="10" name="Picture 8" descr="Resultado de imagen de RF grup ub">
            <a:extLst>
              <a:ext uri="{FF2B5EF4-FFF2-40B4-BE49-F238E27FC236}">
                <a16:creationId xmlns:a16="http://schemas.microsoft.com/office/drawing/2014/main" id="{40D818FE-4FE4-401E-8B44-FCB850DCFB02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708340" y="134221"/>
            <a:ext cx="2642489" cy="750553"/>
          </a:xfrm>
          <a:prstGeom prst="rect">
            <a:avLst/>
          </a:prstGeom>
          <a:ln w="0">
            <a:noFill/>
          </a:ln>
        </p:spPr>
      </p:pic>
      <p:sp>
        <p:nvSpPr>
          <p:cNvPr id="8" name="Text Box 4">
            <a:extLst>
              <a:ext uri="{FF2B5EF4-FFF2-40B4-BE49-F238E27FC236}">
                <a16:creationId xmlns:a16="http://schemas.microsoft.com/office/drawing/2014/main" id="{1614F495-5F9D-46F3-954C-3766A316B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171" y="1092626"/>
            <a:ext cx="5929214" cy="527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66336" rIns="90000" bIns="45000"/>
          <a:lstStyle>
            <a:lvl1pPr marL="215900" indent="-215900">
              <a:lnSpc>
                <a:spcPct val="93000"/>
              </a:lnSpc>
              <a:spcBef>
                <a:spcPts val="156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35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lnSpc>
                <a:spcPct val="93000"/>
              </a:lnSpc>
              <a:spcBef>
                <a:spcPts val="12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31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lnSpc>
                <a:spcPct val="93000"/>
              </a:lnSpc>
              <a:spcBef>
                <a:spcPts val="93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lnSpc>
                <a:spcPct val="93000"/>
              </a:lnSpc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lnSpc>
                <a:spcPct val="93000"/>
              </a:lnSpc>
              <a:spcBef>
                <a:spcPts val="31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0" indent="0" eaLnBrk="1">
              <a:spcBef>
                <a:spcPct val="0"/>
              </a:spcBef>
              <a:spcAft>
                <a:spcPts val="1138"/>
              </a:spcAft>
            </a:pPr>
            <a:r>
              <a:rPr lang="ca-ES" altLang="es-ES" sz="3200" b="1" dirty="0">
                <a:solidFill>
                  <a:schemeClr val="tx1"/>
                </a:solidFill>
              </a:rPr>
              <a:t>Com manipular la </a:t>
            </a:r>
            <a:r>
              <a:rPr lang="ca-ES" altLang="es-ES" sz="3200" b="1" dirty="0" err="1">
                <a:solidFill>
                  <a:schemeClr val="tx1"/>
                </a:solidFill>
              </a:rPr>
              <a:t>launchpad</a:t>
            </a:r>
            <a:r>
              <a:rPr lang="ca-ES" altLang="es-ES" sz="3200" b="1" dirty="0">
                <a:solidFill>
                  <a:schemeClr val="tx1"/>
                </a:solidFill>
              </a:rPr>
              <a:t>:</a:t>
            </a:r>
          </a:p>
        </p:txBody>
      </p:sp>
      <p:pic>
        <p:nvPicPr>
          <p:cNvPr id="11266" name="Picture 2" descr="How to Do ESD Protection During SMT Assembly ? - Printed Circuit Board  Manufacturing &amp; PCB Assembly - RayMing">
            <a:extLst>
              <a:ext uri="{FF2B5EF4-FFF2-40B4-BE49-F238E27FC236}">
                <a16:creationId xmlns:a16="http://schemas.microsoft.com/office/drawing/2014/main" id="{386FD132-6A36-4606-B69A-815C183D4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4072" y="1176051"/>
            <a:ext cx="2847975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 Box 4">
            <a:extLst>
              <a:ext uri="{FF2B5EF4-FFF2-40B4-BE49-F238E27FC236}">
                <a16:creationId xmlns:a16="http://schemas.microsoft.com/office/drawing/2014/main" id="{571A3505-456C-4581-87C0-2ADD77011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858" y="1772146"/>
            <a:ext cx="5929214" cy="527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66336" rIns="90000" bIns="45000"/>
          <a:lstStyle>
            <a:lvl1pPr marL="215900" indent="-215900">
              <a:lnSpc>
                <a:spcPct val="93000"/>
              </a:lnSpc>
              <a:spcBef>
                <a:spcPts val="156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35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lnSpc>
                <a:spcPct val="93000"/>
              </a:lnSpc>
              <a:spcBef>
                <a:spcPts val="12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31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lnSpc>
                <a:spcPct val="93000"/>
              </a:lnSpc>
              <a:spcBef>
                <a:spcPts val="93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lnSpc>
                <a:spcPct val="93000"/>
              </a:lnSpc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lnSpc>
                <a:spcPct val="93000"/>
              </a:lnSpc>
              <a:spcBef>
                <a:spcPts val="31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457200" indent="-457200" eaLnBrk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ca-ES" altLang="es-ES" sz="2000" b="1" dirty="0">
                <a:solidFill>
                  <a:srgbClr val="C00000"/>
                </a:solidFill>
              </a:rPr>
              <a:t>No toqueu els pins.</a:t>
            </a:r>
          </a:p>
          <a:p>
            <a:pPr marL="457200" indent="-457200" eaLnBrk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ca-ES" altLang="es-ES" sz="2000" b="1" dirty="0">
                <a:solidFill>
                  <a:srgbClr val="0070C0"/>
                </a:solidFill>
              </a:rPr>
              <a:t>Agafeu-la pels costats</a:t>
            </a:r>
            <a:r>
              <a:rPr lang="ca-ES" altLang="es-ES" sz="2000" dirty="0">
                <a:solidFill>
                  <a:schemeClr val="tx1"/>
                </a:solidFill>
              </a:rPr>
              <a:t>: no us podreu descarregar.</a:t>
            </a:r>
          </a:p>
        </p:txBody>
      </p:sp>
    </p:spTree>
    <p:extLst>
      <p:ext uri="{BB962C8B-B14F-4D97-AF65-F5344CB8AC3E}">
        <p14:creationId xmlns:p14="http://schemas.microsoft.com/office/powerpoint/2010/main" val="2876910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M4C123G LaunchPad Starter Guide : 7 Steps - Instructables">
            <a:extLst>
              <a:ext uri="{FF2B5EF4-FFF2-40B4-BE49-F238E27FC236}">
                <a16:creationId xmlns:a16="http://schemas.microsoft.com/office/drawing/2014/main" id="{69E21CA9-F85B-D3E9-9D9C-5B3EAA984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5716" y="1441617"/>
            <a:ext cx="5905500" cy="491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4">
            <a:extLst>
              <a:ext uri="{FF2B5EF4-FFF2-40B4-BE49-F238E27FC236}">
                <a16:creationId xmlns:a16="http://schemas.microsoft.com/office/drawing/2014/main" id="{248FD8E0-CE93-494A-BA4D-2B64DC566404}"/>
              </a:ext>
            </a:extLst>
          </p:cNvPr>
          <p:cNvSpPr/>
          <p:nvPr/>
        </p:nvSpPr>
        <p:spPr>
          <a:xfrm>
            <a:off x="8990762" y="6356517"/>
            <a:ext cx="452642" cy="36127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algn="ctr" defTabSz="914213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2DA8BD0-ACC2-4CDB-9B04-BE430CC3D8EC}" type="slidenum">
              <a:rPr lang="ca-ES" sz="1633">
                <a:solidFill>
                  <a:srgbClr val="000000"/>
                </a:solidFill>
                <a:latin typeface="Calibri"/>
                <a:ea typeface="MS PGothic" pitchFamily="34"/>
              </a:rPr>
              <a:pPr algn="ctr" defTabSz="914213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19</a:t>
            </a:fld>
            <a:endParaRPr lang="ca-ES" sz="1633">
              <a:solidFill>
                <a:srgbClr val="000000"/>
              </a:solidFill>
              <a:latin typeface="Calibri"/>
              <a:ea typeface="MS PGothic" pitchFamily="34"/>
            </a:endParaRPr>
          </a:p>
        </p:txBody>
      </p:sp>
      <p:cxnSp>
        <p:nvCxnSpPr>
          <p:cNvPr id="5" name="Conector recto 2">
            <a:extLst>
              <a:ext uri="{FF2B5EF4-FFF2-40B4-BE49-F238E27FC236}">
                <a16:creationId xmlns:a16="http://schemas.microsoft.com/office/drawing/2014/main" id="{DC15A95D-48F0-4844-B645-27C033C71695}"/>
              </a:ext>
            </a:extLst>
          </p:cNvPr>
          <p:cNvCxnSpPr>
            <a:cxnSpLocks/>
          </p:cNvCxnSpPr>
          <p:nvPr/>
        </p:nvCxnSpPr>
        <p:spPr>
          <a:xfrm flipH="1" flipV="1">
            <a:off x="555171" y="962678"/>
            <a:ext cx="8888234" cy="6712"/>
          </a:xfrm>
          <a:prstGeom prst="straightConnector1">
            <a:avLst/>
          </a:prstGeom>
          <a:noFill/>
          <a:ln w="31747" cap="flat">
            <a:solidFill>
              <a:srgbClr val="000000"/>
            </a:solidFill>
            <a:prstDash val="solid"/>
            <a:miter/>
          </a:ln>
        </p:spPr>
      </p:cxnSp>
      <p:sp>
        <p:nvSpPr>
          <p:cNvPr id="6" name="Forma libre: forma 7">
            <a:extLst>
              <a:ext uri="{FF2B5EF4-FFF2-40B4-BE49-F238E27FC236}">
                <a16:creationId xmlns:a16="http://schemas.microsoft.com/office/drawing/2014/main" id="{273EBB3C-E371-4DE7-9502-E477E63B4C6D}"/>
              </a:ext>
            </a:extLst>
          </p:cNvPr>
          <p:cNvSpPr/>
          <p:nvPr/>
        </p:nvSpPr>
        <p:spPr>
          <a:xfrm>
            <a:off x="275253" y="260740"/>
            <a:ext cx="3680927" cy="70865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89994" tIns="46797" rIns="89994" bIns="46797" anchor="t" anchorCtr="1" compatLnSpc="1">
            <a:spAutoFit/>
          </a:bodyPr>
          <a:lstStyle/>
          <a:p>
            <a:pPr defTabSz="914213">
              <a:spcBef>
                <a:spcPts val="1751"/>
              </a:spcBef>
              <a:tabLst>
                <a:tab pos="0" algn="l"/>
                <a:tab pos="448858" algn="l"/>
                <a:tab pos="898081" algn="l"/>
                <a:tab pos="1347304" algn="l"/>
                <a:tab pos="1796527" algn="l"/>
                <a:tab pos="2245750" algn="l"/>
                <a:tab pos="2694973" algn="l"/>
                <a:tab pos="3144195" algn="l"/>
                <a:tab pos="3593419" algn="l"/>
                <a:tab pos="4042642" algn="l"/>
                <a:tab pos="4491865" algn="l"/>
                <a:tab pos="4941080" algn="l"/>
                <a:tab pos="5390303" algn="l"/>
                <a:tab pos="5839526" algn="l"/>
                <a:tab pos="6288749" algn="l"/>
                <a:tab pos="6737971" algn="l"/>
                <a:tab pos="7187195" algn="l"/>
                <a:tab pos="7636418" algn="l"/>
                <a:tab pos="8085633" algn="l"/>
                <a:tab pos="8534864" algn="l"/>
                <a:tab pos="898408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3991" b="1" dirty="0" err="1">
                <a:solidFill>
                  <a:srgbClr val="000000"/>
                </a:solidFill>
                <a:latin typeface="Arial" pitchFamily="2"/>
                <a:ea typeface="DejaVu Sans" pitchFamily="2"/>
                <a:cs typeface="DejaVu Sans" pitchFamily="2"/>
              </a:rPr>
              <a:t>Conclusions</a:t>
            </a:r>
            <a:endParaRPr lang="ca-ES" sz="3991" b="1" dirty="0"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2BACFB2-987F-456D-9815-C7C51A53C678}"/>
              </a:ext>
            </a:extLst>
          </p:cNvPr>
          <p:cNvSpPr/>
          <p:nvPr/>
        </p:nvSpPr>
        <p:spPr>
          <a:xfrm>
            <a:off x="737228" y="6327717"/>
            <a:ext cx="3956069" cy="4188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1641" tIns="40816" rIns="81641" bIns="40816" anchor="t" anchorCtr="0" compatLnSpc="1">
            <a:noAutofit/>
          </a:bodyPr>
          <a:lstStyle/>
          <a:p>
            <a:pPr defTabSz="914213">
              <a:tabLst>
                <a:tab pos="407526" algn="l"/>
                <a:tab pos="815053" algn="l"/>
                <a:tab pos="1222579" algn="l"/>
                <a:tab pos="1630106" algn="l"/>
                <a:tab pos="2037632" algn="l"/>
                <a:tab pos="2445159" algn="l"/>
                <a:tab pos="2852685" algn="l"/>
                <a:tab pos="3260212" algn="l"/>
                <a:tab pos="3667738" algn="l"/>
                <a:tab pos="4075256" algn="l"/>
                <a:tab pos="4482782" algn="l"/>
                <a:tab pos="4890309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a-ES" sz="1633" b="1" dirty="0">
                <a:solidFill>
                  <a:srgbClr val="000000"/>
                </a:solidFill>
                <a:latin typeface="Arial" pitchFamily="34"/>
                <a:ea typeface="MS PGothic" pitchFamily="34"/>
                <a:cs typeface="WenQuanYi Micro Hei"/>
              </a:rPr>
              <a:t>Laboratori De Sistemes Electrònics I</a:t>
            </a:r>
          </a:p>
        </p:txBody>
      </p:sp>
      <p:pic>
        <p:nvPicPr>
          <p:cNvPr id="10" name="Picture 8" descr="Resultado de imagen de RF grup ub">
            <a:extLst>
              <a:ext uri="{FF2B5EF4-FFF2-40B4-BE49-F238E27FC236}">
                <a16:creationId xmlns:a16="http://schemas.microsoft.com/office/drawing/2014/main" id="{40D818FE-4FE4-401E-8B44-FCB850DCFB02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708340" y="134221"/>
            <a:ext cx="2642489" cy="750553"/>
          </a:xfrm>
          <a:prstGeom prst="rect">
            <a:avLst/>
          </a:prstGeom>
          <a:ln w="0">
            <a:noFill/>
          </a:ln>
        </p:spPr>
      </p:pic>
      <p:sp>
        <p:nvSpPr>
          <p:cNvPr id="8" name="Text Box 4">
            <a:extLst>
              <a:ext uri="{FF2B5EF4-FFF2-40B4-BE49-F238E27FC236}">
                <a16:creationId xmlns:a16="http://schemas.microsoft.com/office/drawing/2014/main" id="{1614F495-5F9D-46F3-954C-3766A316B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4681" y="1671328"/>
            <a:ext cx="5929214" cy="527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66336" rIns="90000" bIns="45000"/>
          <a:lstStyle>
            <a:lvl1pPr marL="215900" indent="-215900">
              <a:lnSpc>
                <a:spcPct val="93000"/>
              </a:lnSpc>
              <a:spcBef>
                <a:spcPts val="156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35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lnSpc>
                <a:spcPct val="93000"/>
              </a:lnSpc>
              <a:spcBef>
                <a:spcPts val="12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31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lnSpc>
                <a:spcPct val="93000"/>
              </a:lnSpc>
              <a:spcBef>
                <a:spcPts val="93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lnSpc>
                <a:spcPct val="93000"/>
              </a:lnSpc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lnSpc>
                <a:spcPct val="93000"/>
              </a:lnSpc>
              <a:spcBef>
                <a:spcPts val="31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313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  <a:tab pos="943451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0" indent="0" algn="ctr" eaLnBrk="1">
              <a:spcBef>
                <a:spcPct val="0"/>
              </a:spcBef>
              <a:spcAft>
                <a:spcPts val="1138"/>
              </a:spcAft>
            </a:pPr>
            <a:r>
              <a:rPr lang="ca-ES" altLang="es-ES" sz="3200" b="1" i="1" dirty="0">
                <a:solidFill>
                  <a:srgbClr val="C00000"/>
                </a:solidFill>
              </a:rPr>
              <a:t>No toquis els pins, c...!!!</a:t>
            </a:r>
          </a:p>
        </p:txBody>
      </p:sp>
    </p:spTree>
    <p:extLst>
      <p:ext uri="{BB962C8B-B14F-4D97-AF65-F5344CB8AC3E}">
        <p14:creationId xmlns:p14="http://schemas.microsoft.com/office/powerpoint/2010/main" val="37059885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893</TotalTime>
  <Words>707</Words>
  <Application>Microsoft Office PowerPoint</Application>
  <PresentationFormat>A4 (210 x 297 mm)</PresentationFormat>
  <Paragraphs>151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Javier Jose Sieiro Cordoba</dc:creator>
  <cp:lastModifiedBy>Javier Jose Sieiro Cordoba</cp:lastModifiedBy>
  <cp:revision>46</cp:revision>
  <cp:lastPrinted>2021-03-05T23:25:46Z</cp:lastPrinted>
  <dcterms:created xsi:type="dcterms:W3CDTF">2021-03-05T05:31:49Z</dcterms:created>
  <dcterms:modified xsi:type="dcterms:W3CDTF">2023-09-21T09:06:24Z</dcterms:modified>
</cp:coreProperties>
</file>